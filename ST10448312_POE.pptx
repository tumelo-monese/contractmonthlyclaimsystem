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935103-5E02-4085-B984-1CFD34CDAA96}" v="15" dt="2025-11-21T20:31:12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4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melo Monese" userId="549178b4a6a13b7c" providerId="LiveId" clId="{5B0F878A-1C9B-4BE3-8404-60FF28E92D73}"/>
    <pc:docChg chg="undo redo custSel addSld delSld modSld addMainMaster delMainMaster">
      <pc:chgData name="Tumelo Monese" userId="549178b4a6a13b7c" providerId="LiveId" clId="{5B0F878A-1C9B-4BE3-8404-60FF28E92D73}" dt="2025-11-21T20:31:39.052" v="2266" actId="20577"/>
      <pc:docMkLst>
        <pc:docMk/>
      </pc:docMkLst>
      <pc:sldChg chg="modSp new mod">
        <pc:chgData name="Tumelo Monese" userId="549178b4a6a13b7c" providerId="LiveId" clId="{5B0F878A-1C9B-4BE3-8404-60FF28E92D73}" dt="2025-11-21T13:46:17.384" v="238" actId="20577"/>
        <pc:sldMkLst>
          <pc:docMk/>
          <pc:sldMk cId="2629441528" sldId="256"/>
        </pc:sldMkLst>
        <pc:spChg chg="mod">
          <ac:chgData name="Tumelo Monese" userId="549178b4a6a13b7c" providerId="LiveId" clId="{5B0F878A-1C9B-4BE3-8404-60FF28E92D73}" dt="2025-11-21T13:45:58.811" v="224" actId="20577"/>
          <ac:spMkLst>
            <pc:docMk/>
            <pc:sldMk cId="2629441528" sldId="256"/>
            <ac:spMk id="2" creationId="{6F17B273-C99D-BAF2-ED25-2BCAA251CAA6}"/>
          </ac:spMkLst>
        </pc:spChg>
        <pc:spChg chg="mod">
          <ac:chgData name="Tumelo Monese" userId="549178b4a6a13b7c" providerId="LiveId" clId="{5B0F878A-1C9B-4BE3-8404-60FF28E92D73}" dt="2025-11-21T13:46:17.384" v="238" actId="20577"/>
          <ac:spMkLst>
            <pc:docMk/>
            <pc:sldMk cId="2629441528" sldId="256"/>
            <ac:spMk id="3" creationId="{F4DC1FDE-E2D7-4EF6-E887-6930155CEA15}"/>
          </ac:spMkLst>
        </pc:spChg>
      </pc:sldChg>
      <pc:sldChg chg="addSp delSp modSp del mod setBg modClrScheme setClrOvrMap delDesignElem chgLayout">
        <pc:chgData name="Tumelo Monese" userId="549178b4a6a13b7c" providerId="LiveId" clId="{5B0F878A-1C9B-4BE3-8404-60FF28E92D73}" dt="2025-11-21T13:44:53.613" v="166" actId="2696"/>
        <pc:sldMkLst>
          <pc:docMk/>
          <pc:sldMk cId="3554333494" sldId="256"/>
        </pc:sldMkLst>
        <pc:spChg chg="mod">
          <ac:chgData name="Tumelo Monese" userId="549178b4a6a13b7c" providerId="LiveId" clId="{5B0F878A-1C9B-4BE3-8404-60FF28E92D73}" dt="2025-11-21T13:44:46.675" v="165" actId="6549"/>
          <ac:spMkLst>
            <pc:docMk/>
            <pc:sldMk cId="3554333494" sldId="256"/>
            <ac:spMk id="2" creationId="{3105C169-6706-3209-F154-D1C7B8E7A93B}"/>
          </ac:spMkLst>
        </pc:spChg>
        <pc:spChg chg="del mod">
          <ac:chgData name="Tumelo Monese" userId="549178b4a6a13b7c" providerId="LiveId" clId="{5B0F878A-1C9B-4BE3-8404-60FF28E92D73}" dt="2025-11-21T13:40:36.283" v="124" actId="21"/>
          <ac:spMkLst>
            <pc:docMk/>
            <pc:sldMk cId="3554333494" sldId="256"/>
            <ac:spMk id="3" creationId="{A63BDC52-D91B-2934-A13D-679D3342936E}"/>
          </ac:spMkLst>
        </pc:spChg>
        <pc:spChg chg="add del">
          <ac:chgData name="Tumelo Monese" userId="549178b4a6a13b7c" providerId="LiveId" clId="{5B0F878A-1C9B-4BE3-8404-60FF28E92D73}" dt="2025-11-21T13:39:31.489" v="92" actId="26606"/>
          <ac:spMkLst>
            <pc:docMk/>
            <pc:sldMk cId="3554333494" sldId="256"/>
            <ac:spMk id="9" creationId="{0EECA69B-4C2A-7F31-8019-E90DB3BD49CB}"/>
          </ac:spMkLst>
        </pc:spChg>
        <pc:spChg chg="add del">
          <ac:chgData name="Tumelo Monese" userId="549178b4a6a13b7c" providerId="LiveId" clId="{5B0F878A-1C9B-4BE3-8404-60FF28E92D73}" dt="2025-11-21T13:39:31.489" v="92" actId="26606"/>
          <ac:spMkLst>
            <pc:docMk/>
            <pc:sldMk cId="3554333494" sldId="256"/>
            <ac:spMk id="11" creationId="{857DEAC1-B3AA-6569-0A44-A191DF2F3C67}"/>
          </ac:spMkLst>
        </pc:spChg>
        <pc:spChg chg="add del">
          <ac:chgData name="Tumelo Monese" userId="549178b4a6a13b7c" providerId="LiveId" clId="{5B0F878A-1C9B-4BE3-8404-60FF28E92D73}" dt="2025-11-21T13:39:31.430" v="91" actId="26606"/>
          <ac:spMkLst>
            <pc:docMk/>
            <pc:sldMk cId="3554333494" sldId="256"/>
            <ac:spMk id="16" creationId="{19F9BF86-FE94-4517-B97D-026C7515E589}"/>
          </ac:spMkLst>
        </pc:spChg>
        <pc:spChg chg="add del">
          <ac:chgData name="Tumelo Monese" userId="549178b4a6a13b7c" providerId="LiveId" clId="{5B0F878A-1C9B-4BE3-8404-60FF28E92D73}" dt="2025-11-21T13:39:31.430" v="91" actId="26606"/>
          <ac:spMkLst>
            <pc:docMk/>
            <pc:sldMk cId="3554333494" sldId="256"/>
            <ac:spMk id="18" creationId="{122AB34F-E75C-451A-8410-05B6C249E9D3}"/>
          </ac:spMkLst>
        </pc:spChg>
        <pc:spChg chg="add del">
          <ac:chgData name="Tumelo Monese" userId="549178b4a6a13b7c" providerId="LiveId" clId="{5B0F878A-1C9B-4BE3-8404-60FF28E92D73}" dt="2025-11-21T13:44:28.763" v="162"/>
          <ac:spMkLst>
            <pc:docMk/>
            <pc:sldMk cId="3554333494" sldId="256"/>
            <ac:spMk id="24" creationId="{1AB7CFDD-E67B-4078-9BD0-D09D4200E4E1}"/>
          </ac:spMkLst>
        </pc:spChg>
        <pc:spChg chg="add del">
          <ac:chgData name="Tumelo Monese" userId="549178b4a6a13b7c" providerId="LiveId" clId="{5B0F878A-1C9B-4BE3-8404-60FF28E92D73}" dt="2025-11-21T13:44:28.763" v="162"/>
          <ac:spMkLst>
            <pc:docMk/>
            <pc:sldMk cId="3554333494" sldId="256"/>
            <ac:spMk id="25" creationId="{B191E377-3C4E-4C42-B42C-858169F3AB3A}"/>
          </ac:spMkLst>
        </pc:spChg>
        <pc:grpChg chg="add del">
          <ac:chgData name="Tumelo Monese" userId="549178b4a6a13b7c" providerId="LiveId" clId="{5B0F878A-1C9B-4BE3-8404-60FF28E92D73}" dt="2025-11-21T13:44:28.763" v="162"/>
          <ac:grpSpMkLst>
            <pc:docMk/>
            <pc:sldMk cId="3554333494" sldId="256"/>
            <ac:grpSpMk id="26" creationId="{91B7537E-7B93-4306-B9DF-4CD583E0AA21}"/>
          </ac:grpSpMkLst>
        </pc:grpChg>
        <pc:picChg chg="add mod">
          <ac:chgData name="Tumelo Monese" userId="549178b4a6a13b7c" providerId="LiveId" clId="{5B0F878A-1C9B-4BE3-8404-60FF28E92D73}" dt="2025-11-21T13:39:31.489" v="92" actId="26606"/>
          <ac:picMkLst>
            <pc:docMk/>
            <pc:sldMk cId="3554333494" sldId="256"/>
            <ac:picMk id="4" creationId="{51D4091D-D1C8-D6F0-9A05-FBB93FA6BD66}"/>
          </ac:picMkLst>
        </pc:picChg>
        <pc:cxnChg chg="add del">
          <ac:chgData name="Tumelo Monese" userId="549178b4a6a13b7c" providerId="LiveId" clId="{5B0F878A-1C9B-4BE3-8404-60FF28E92D73}" dt="2025-11-21T13:39:31.430" v="91" actId="26606"/>
          <ac:cxnSpMkLst>
            <pc:docMk/>
            <pc:sldMk cId="3554333494" sldId="256"/>
            <ac:cxnSpMk id="20" creationId="{97CC2FE6-3AD0-4131-B4BC-1F4D65E25E13}"/>
          </ac:cxnSpMkLst>
        </pc:cxnChg>
      </pc:sldChg>
      <pc:sldChg chg="modSp new mod">
        <pc:chgData name="Tumelo Monese" userId="549178b4a6a13b7c" providerId="LiveId" clId="{5B0F878A-1C9B-4BE3-8404-60FF28E92D73}" dt="2025-11-21T13:59:45.932" v="615" actId="20577"/>
        <pc:sldMkLst>
          <pc:docMk/>
          <pc:sldMk cId="1009946308" sldId="257"/>
        </pc:sldMkLst>
        <pc:spChg chg="mod">
          <ac:chgData name="Tumelo Monese" userId="549178b4a6a13b7c" providerId="LiveId" clId="{5B0F878A-1C9B-4BE3-8404-60FF28E92D73}" dt="2025-11-21T13:51:36.048" v="328" actId="313"/>
          <ac:spMkLst>
            <pc:docMk/>
            <pc:sldMk cId="1009946308" sldId="257"/>
            <ac:spMk id="2" creationId="{04B35E97-1E1E-8295-81B8-92797D91BF20}"/>
          </ac:spMkLst>
        </pc:spChg>
        <pc:spChg chg="mod">
          <ac:chgData name="Tumelo Monese" userId="549178b4a6a13b7c" providerId="LiveId" clId="{5B0F878A-1C9B-4BE3-8404-60FF28E92D73}" dt="2025-11-21T13:59:45.932" v="615" actId="20577"/>
          <ac:spMkLst>
            <pc:docMk/>
            <pc:sldMk cId="1009946308" sldId="257"/>
            <ac:spMk id="3" creationId="{DBC92DEF-5843-D194-2BF1-A2600362262D}"/>
          </ac:spMkLst>
        </pc:spChg>
      </pc:sldChg>
      <pc:sldChg chg="addSp delSp modSp new del mod setBg">
        <pc:chgData name="Tumelo Monese" userId="549178b4a6a13b7c" providerId="LiveId" clId="{5B0F878A-1C9B-4BE3-8404-60FF28E92D73}" dt="2025-11-21T13:42:20.723" v="156" actId="47"/>
        <pc:sldMkLst>
          <pc:docMk/>
          <pc:sldMk cId="2253175092" sldId="257"/>
        </pc:sldMkLst>
        <pc:spChg chg="mod">
          <ac:chgData name="Tumelo Monese" userId="549178b4a6a13b7c" providerId="LiveId" clId="{5B0F878A-1C9B-4BE3-8404-60FF28E92D73}" dt="2025-11-21T13:41:17.784" v="133" actId="26606"/>
          <ac:spMkLst>
            <pc:docMk/>
            <pc:sldMk cId="2253175092" sldId="257"/>
            <ac:spMk id="2" creationId="{5D6DAA28-B500-18FB-CD56-A281FE811598}"/>
          </ac:spMkLst>
        </pc:spChg>
        <pc:spChg chg="add del">
          <ac:chgData name="Tumelo Monese" userId="549178b4a6a13b7c" providerId="LiveId" clId="{5B0F878A-1C9B-4BE3-8404-60FF28E92D73}" dt="2025-11-21T13:41:17.784" v="133" actId="26606"/>
          <ac:spMkLst>
            <pc:docMk/>
            <pc:sldMk cId="2253175092" sldId="257"/>
            <ac:spMk id="3" creationId="{CE5D885D-5018-A161-E68F-219545C516E3}"/>
          </ac:spMkLst>
        </pc:spChg>
        <pc:spChg chg="add del">
          <ac:chgData name="Tumelo Monese" userId="549178b4a6a13b7c" providerId="LiveId" clId="{5B0F878A-1C9B-4BE3-8404-60FF28E92D73}" dt="2025-11-21T13:41:10.399" v="128" actId="26606"/>
          <ac:spMkLst>
            <pc:docMk/>
            <pc:sldMk cId="2253175092" sldId="257"/>
            <ac:spMk id="8" creationId="{9D3B3C7E-BC2D-4436-8B03-AC421FA66787}"/>
          </ac:spMkLst>
        </pc:spChg>
        <pc:spChg chg="add del">
          <ac:chgData name="Tumelo Monese" userId="549178b4a6a13b7c" providerId="LiveId" clId="{5B0F878A-1C9B-4BE3-8404-60FF28E92D73}" dt="2025-11-21T13:41:10.399" v="128" actId="26606"/>
          <ac:spMkLst>
            <pc:docMk/>
            <pc:sldMk cId="2253175092" sldId="257"/>
            <ac:spMk id="15" creationId="{4905C695-F54E-4EF8-8AEF-811D460E7AFE}"/>
          </ac:spMkLst>
        </pc:spChg>
        <pc:spChg chg="add del">
          <ac:chgData name="Tumelo Monese" userId="549178b4a6a13b7c" providerId="LiveId" clId="{5B0F878A-1C9B-4BE3-8404-60FF28E92D73}" dt="2025-11-21T13:41:10.399" v="128" actId="26606"/>
          <ac:spMkLst>
            <pc:docMk/>
            <pc:sldMk cId="2253175092" sldId="257"/>
            <ac:spMk id="17" creationId="{485CD2A3-2099-476E-9A85-55DC735FA2B7}"/>
          </ac:spMkLst>
        </pc:spChg>
        <pc:spChg chg="add del">
          <ac:chgData name="Tumelo Monese" userId="549178b4a6a13b7c" providerId="LiveId" clId="{5B0F878A-1C9B-4BE3-8404-60FF28E92D73}" dt="2025-11-21T13:41:16.482" v="130" actId="26606"/>
          <ac:spMkLst>
            <pc:docMk/>
            <pc:sldMk cId="2253175092" sldId="257"/>
            <ac:spMk id="24" creationId="{9D3B3C7E-BC2D-4436-8B03-AC421FA66787}"/>
          </ac:spMkLst>
        </pc:spChg>
        <pc:spChg chg="add del">
          <ac:chgData name="Tumelo Monese" userId="549178b4a6a13b7c" providerId="LiveId" clId="{5B0F878A-1C9B-4BE3-8404-60FF28E92D73}" dt="2025-11-21T13:41:16.482" v="130" actId="26606"/>
          <ac:spMkLst>
            <pc:docMk/>
            <pc:sldMk cId="2253175092" sldId="257"/>
            <ac:spMk id="27" creationId="{4905C695-F54E-4EF8-8AEF-811D460E7AFE}"/>
          </ac:spMkLst>
        </pc:spChg>
        <pc:spChg chg="add del">
          <ac:chgData name="Tumelo Monese" userId="549178b4a6a13b7c" providerId="LiveId" clId="{5B0F878A-1C9B-4BE3-8404-60FF28E92D73}" dt="2025-11-21T13:41:16.482" v="130" actId="26606"/>
          <ac:spMkLst>
            <pc:docMk/>
            <pc:sldMk cId="2253175092" sldId="257"/>
            <ac:spMk id="28" creationId="{485CD2A3-2099-476E-9A85-55DC735FA2B7}"/>
          </ac:spMkLst>
        </pc:spChg>
        <pc:spChg chg="add del">
          <ac:chgData name="Tumelo Monese" userId="549178b4a6a13b7c" providerId="LiveId" clId="{5B0F878A-1C9B-4BE3-8404-60FF28E92D73}" dt="2025-11-21T13:41:17.760" v="132" actId="26606"/>
          <ac:spMkLst>
            <pc:docMk/>
            <pc:sldMk cId="2253175092" sldId="257"/>
            <ac:spMk id="32" creationId="{9D3B3C7E-BC2D-4436-8B03-AC421FA66787}"/>
          </ac:spMkLst>
        </pc:spChg>
        <pc:spChg chg="add del">
          <ac:chgData name="Tumelo Monese" userId="549178b4a6a13b7c" providerId="LiveId" clId="{5B0F878A-1C9B-4BE3-8404-60FF28E92D73}" dt="2025-11-21T13:41:17.760" v="132" actId="26606"/>
          <ac:spMkLst>
            <pc:docMk/>
            <pc:sldMk cId="2253175092" sldId="257"/>
            <ac:spMk id="34" creationId="{4905C695-F54E-4EF8-8AEF-811D460E7AFE}"/>
          </ac:spMkLst>
        </pc:spChg>
        <pc:spChg chg="add del">
          <ac:chgData name="Tumelo Monese" userId="549178b4a6a13b7c" providerId="LiveId" clId="{5B0F878A-1C9B-4BE3-8404-60FF28E92D73}" dt="2025-11-21T13:41:17.760" v="132" actId="26606"/>
          <ac:spMkLst>
            <pc:docMk/>
            <pc:sldMk cId="2253175092" sldId="257"/>
            <ac:spMk id="35" creationId="{485CD2A3-2099-476E-9A85-55DC735FA2B7}"/>
          </ac:spMkLst>
        </pc:spChg>
        <pc:spChg chg="add">
          <ac:chgData name="Tumelo Monese" userId="549178b4a6a13b7c" providerId="LiveId" clId="{5B0F878A-1C9B-4BE3-8404-60FF28E92D73}" dt="2025-11-21T13:41:17.784" v="133" actId="26606"/>
          <ac:spMkLst>
            <pc:docMk/>
            <pc:sldMk cId="2253175092" sldId="257"/>
            <ac:spMk id="38" creationId="{9D3B3C7E-BC2D-4436-8B03-AC421FA66787}"/>
          </ac:spMkLst>
        </pc:spChg>
        <pc:spChg chg="add">
          <ac:chgData name="Tumelo Monese" userId="549178b4a6a13b7c" providerId="LiveId" clId="{5B0F878A-1C9B-4BE3-8404-60FF28E92D73}" dt="2025-11-21T13:41:17.784" v="133" actId="26606"/>
          <ac:spMkLst>
            <pc:docMk/>
            <pc:sldMk cId="2253175092" sldId="257"/>
            <ac:spMk id="41" creationId="{4905C695-F54E-4EF8-8AEF-811D460E7AFE}"/>
          </ac:spMkLst>
        </pc:spChg>
        <pc:spChg chg="add">
          <ac:chgData name="Tumelo Monese" userId="549178b4a6a13b7c" providerId="LiveId" clId="{5B0F878A-1C9B-4BE3-8404-60FF28E92D73}" dt="2025-11-21T13:41:17.784" v="133" actId="26606"/>
          <ac:spMkLst>
            <pc:docMk/>
            <pc:sldMk cId="2253175092" sldId="257"/>
            <ac:spMk id="42" creationId="{485CD2A3-2099-476E-9A85-55DC735FA2B7}"/>
          </ac:spMkLst>
        </pc:spChg>
        <pc:grpChg chg="add del">
          <ac:chgData name="Tumelo Monese" userId="549178b4a6a13b7c" providerId="LiveId" clId="{5B0F878A-1C9B-4BE3-8404-60FF28E92D73}" dt="2025-11-21T13:41:10.399" v="128" actId="26606"/>
          <ac:grpSpMkLst>
            <pc:docMk/>
            <pc:sldMk cId="2253175092" sldId="257"/>
            <ac:grpSpMk id="10" creationId="{79B5D0C1-066E-4C02-A6B8-59FAE4A19724}"/>
          </ac:grpSpMkLst>
        </pc:grpChg>
        <pc:grpChg chg="add del">
          <ac:chgData name="Tumelo Monese" userId="549178b4a6a13b7c" providerId="LiveId" clId="{5B0F878A-1C9B-4BE3-8404-60FF28E92D73}" dt="2025-11-21T13:41:10.399" v="128" actId="26606"/>
          <ac:grpSpMkLst>
            <pc:docMk/>
            <pc:sldMk cId="2253175092" sldId="257"/>
            <ac:grpSpMk id="19" creationId="{E92979E8-2E86-433E-A7E4-5F102E45A8EE}"/>
          </ac:grpSpMkLst>
        </pc:grpChg>
        <pc:grpChg chg="add del">
          <ac:chgData name="Tumelo Monese" userId="549178b4a6a13b7c" providerId="LiveId" clId="{5B0F878A-1C9B-4BE3-8404-60FF28E92D73}" dt="2025-11-21T13:41:16.482" v="130" actId="26606"/>
          <ac:grpSpMkLst>
            <pc:docMk/>
            <pc:sldMk cId="2253175092" sldId="257"/>
            <ac:grpSpMk id="25" creationId="{79B5D0C1-066E-4C02-A6B8-59FAE4A19724}"/>
          </ac:grpSpMkLst>
        </pc:grpChg>
        <pc:grpChg chg="add del">
          <ac:chgData name="Tumelo Monese" userId="549178b4a6a13b7c" providerId="LiveId" clId="{5B0F878A-1C9B-4BE3-8404-60FF28E92D73}" dt="2025-11-21T13:41:16.482" v="130" actId="26606"/>
          <ac:grpSpMkLst>
            <pc:docMk/>
            <pc:sldMk cId="2253175092" sldId="257"/>
            <ac:grpSpMk id="29" creationId="{E92979E8-2E86-433E-A7E4-5F102E45A8EE}"/>
          </ac:grpSpMkLst>
        </pc:grpChg>
        <pc:grpChg chg="add del">
          <ac:chgData name="Tumelo Monese" userId="549178b4a6a13b7c" providerId="LiveId" clId="{5B0F878A-1C9B-4BE3-8404-60FF28E92D73}" dt="2025-11-21T13:41:17.760" v="132" actId="26606"/>
          <ac:grpSpMkLst>
            <pc:docMk/>
            <pc:sldMk cId="2253175092" sldId="257"/>
            <ac:grpSpMk id="33" creationId="{79B5D0C1-066E-4C02-A6B8-59FAE4A19724}"/>
          </ac:grpSpMkLst>
        </pc:grpChg>
        <pc:grpChg chg="add del">
          <ac:chgData name="Tumelo Monese" userId="549178b4a6a13b7c" providerId="LiveId" clId="{5B0F878A-1C9B-4BE3-8404-60FF28E92D73}" dt="2025-11-21T13:41:17.760" v="132" actId="26606"/>
          <ac:grpSpMkLst>
            <pc:docMk/>
            <pc:sldMk cId="2253175092" sldId="257"/>
            <ac:grpSpMk id="36" creationId="{E92979E8-2E86-433E-A7E4-5F102E45A8EE}"/>
          </ac:grpSpMkLst>
        </pc:grpChg>
        <pc:grpChg chg="add">
          <ac:chgData name="Tumelo Monese" userId="549178b4a6a13b7c" providerId="LiveId" clId="{5B0F878A-1C9B-4BE3-8404-60FF28E92D73}" dt="2025-11-21T13:41:17.784" v="133" actId="26606"/>
          <ac:grpSpMkLst>
            <pc:docMk/>
            <pc:sldMk cId="2253175092" sldId="257"/>
            <ac:grpSpMk id="39" creationId="{79B5D0C1-066E-4C02-A6B8-59FAE4A19724}"/>
          </ac:grpSpMkLst>
        </pc:grpChg>
        <pc:grpChg chg="add">
          <ac:chgData name="Tumelo Monese" userId="549178b4a6a13b7c" providerId="LiveId" clId="{5B0F878A-1C9B-4BE3-8404-60FF28E92D73}" dt="2025-11-21T13:41:17.784" v="133" actId="26606"/>
          <ac:grpSpMkLst>
            <pc:docMk/>
            <pc:sldMk cId="2253175092" sldId="257"/>
            <ac:grpSpMk id="43" creationId="{E92979E8-2E86-433E-A7E4-5F102E45A8EE}"/>
          </ac:grpSpMkLst>
        </pc:grpChg>
      </pc:sldChg>
      <pc:sldChg chg="modSp new del">
        <pc:chgData name="Tumelo Monese" userId="549178b4a6a13b7c" providerId="LiveId" clId="{5B0F878A-1C9B-4BE3-8404-60FF28E92D73}" dt="2025-11-21T13:44:57.580" v="167" actId="2696"/>
        <pc:sldMkLst>
          <pc:docMk/>
          <pc:sldMk cId="594818525" sldId="258"/>
        </pc:sldMkLst>
        <pc:spChg chg="mod">
          <ac:chgData name="Tumelo Monese" userId="549178b4a6a13b7c" providerId="LiveId" clId="{5B0F878A-1C9B-4BE3-8404-60FF28E92D73}" dt="2025-11-21T13:44:28.763" v="162"/>
          <ac:spMkLst>
            <pc:docMk/>
            <pc:sldMk cId="594818525" sldId="258"/>
            <ac:spMk id="2" creationId="{626C1954-A803-90AB-D0F0-064E32244541}"/>
          </ac:spMkLst>
        </pc:spChg>
        <pc:spChg chg="mod">
          <ac:chgData name="Tumelo Monese" userId="549178b4a6a13b7c" providerId="LiveId" clId="{5B0F878A-1C9B-4BE3-8404-60FF28E92D73}" dt="2025-11-21T13:44:28.763" v="162"/>
          <ac:spMkLst>
            <pc:docMk/>
            <pc:sldMk cId="594818525" sldId="258"/>
            <ac:spMk id="3" creationId="{94E11117-4534-8264-A558-85FC9BA22DA2}"/>
          </ac:spMkLst>
        </pc:spChg>
      </pc:sldChg>
      <pc:sldChg chg="modSp new mod">
        <pc:chgData name="Tumelo Monese" userId="549178b4a6a13b7c" providerId="LiveId" clId="{5B0F878A-1C9B-4BE3-8404-60FF28E92D73}" dt="2025-11-21T14:04:59.115" v="859" actId="20577"/>
        <pc:sldMkLst>
          <pc:docMk/>
          <pc:sldMk cId="4212464993" sldId="258"/>
        </pc:sldMkLst>
        <pc:spChg chg="mod">
          <ac:chgData name="Tumelo Monese" userId="549178b4a6a13b7c" providerId="LiveId" clId="{5B0F878A-1C9B-4BE3-8404-60FF28E92D73}" dt="2025-11-21T14:01:38.284" v="626" actId="20577"/>
          <ac:spMkLst>
            <pc:docMk/>
            <pc:sldMk cId="4212464993" sldId="258"/>
            <ac:spMk id="2" creationId="{B423C896-86DC-1409-74AE-8C8C9EC13C34}"/>
          </ac:spMkLst>
        </pc:spChg>
        <pc:spChg chg="mod">
          <ac:chgData name="Tumelo Monese" userId="549178b4a6a13b7c" providerId="LiveId" clId="{5B0F878A-1C9B-4BE3-8404-60FF28E92D73}" dt="2025-11-21T14:04:59.115" v="859" actId="20577"/>
          <ac:spMkLst>
            <pc:docMk/>
            <pc:sldMk cId="4212464993" sldId="258"/>
            <ac:spMk id="3" creationId="{C2F25415-F745-4086-AFC8-6B4C0C25E9F9}"/>
          </ac:spMkLst>
        </pc:spChg>
      </pc:sldChg>
      <pc:sldChg chg="addSp delSp modSp new mod">
        <pc:chgData name="Tumelo Monese" userId="549178b4a6a13b7c" providerId="LiveId" clId="{5B0F878A-1C9B-4BE3-8404-60FF28E92D73}" dt="2025-11-21T14:24:37.041" v="1234" actId="313"/>
        <pc:sldMkLst>
          <pc:docMk/>
          <pc:sldMk cId="2715734058" sldId="259"/>
        </pc:sldMkLst>
        <pc:spChg chg="mod">
          <ac:chgData name="Tumelo Monese" userId="549178b4a6a13b7c" providerId="LiveId" clId="{5B0F878A-1C9B-4BE3-8404-60FF28E92D73}" dt="2025-11-21T14:05:48.064" v="884" actId="313"/>
          <ac:spMkLst>
            <pc:docMk/>
            <pc:sldMk cId="2715734058" sldId="259"/>
            <ac:spMk id="2" creationId="{29B440D5-29C1-CE72-B55A-F41704D520BB}"/>
          </ac:spMkLst>
        </pc:spChg>
        <pc:spChg chg="del">
          <ac:chgData name="Tumelo Monese" userId="549178b4a6a13b7c" providerId="LiveId" clId="{5B0F878A-1C9B-4BE3-8404-60FF28E92D73}" dt="2025-11-21T14:05:44.444" v="883" actId="34307"/>
          <ac:spMkLst>
            <pc:docMk/>
            <pc:sldMk cId="2715734058" sldId="259"/>
            <ac:spMk id="3" creationId="{151F110C-C408-9A02-85A2-57472D51FB54}"/>
          </ac:spMkLst>
        </pc:spChg>
        <pc:spChg chg="add mod">
          <ac:chgData name="Tumelo Monese" userId="549178b4a6a13b7c" providerId="LiveId" clId="{5B0F878A-1C9B-4BE3-8404-60FF28E92D73}" dt="2025-11-21T14:24:37.041" v="1234" actId="313"/>
          <ac:spMkLst>
            <pc:docMk/>
            <pc:sldMk cId="2715734058" sldId="259"/>
            <ac:spMk id="6" creationId="{C82FB40A-E71A-200D-C63C-997B9F80E00C}"/>
          </ac:spMkLst>
        </pc:spChg>
        <pc:picChg chg="add del mod ord">
          <ac:chgData name="Tumelo Monese" userId="549178b4a6a13b7c" providerId="LiveId" clId="{5B0F878A-1C9B-4BE3-8404-60FF28E92D73}" dt="2025-11-21T14:06:08.455" v="885" actId="478"/>
          <ac:picMkLst>
            <pc:docMk/>
            <pc:sldMk cId="2715734058" sldId="259"/>
            <ac:picMk id="4" creationId="{9F8695F7-3A77-EEB5-DBB9-68BB3AB02F90}"/>
          </ac:picMkLst>
        </pc:picChg>
      </pc:sldChg>
      <pc:sldChg chg="modSp new mod">
        <pc:chgData name="Tumelo Monese" userId="549178b4a6a13b7c" providerId="LiveId" clId="{5B0F878A-1C9B-4BE3-8404-60FF28E92D73}" dt="2025-11-21T14:35:38.442" v="1527" actId="20577"/>
        <pc:sldMkLst>
          <pc:docMk/>
          <pc:sldMk cId="1670657405" sldId="260"/>
        </pc:sldMkLst>
        <pc:spChg chg="mod">
          <ac:chgData name="Tumelo Monese" userId="549178b4a6a13b7c" providerId="LiveId" clId="{5B0F878A-1C9B-4BE3-8404-60FF28E92D73}" dt="2025-11-21T14:34:30.711" v="1408" actId="20577"/>
          <ac:spMkLst>
            <pc:docMk/>
            <pc:sldMk cId="1670657405" sldId="260"/>
            <ac:spMk id="2" creationId="{879CF8B7-328A-35D4-DA2D-DC8230556BF7}"/>
          </ac:spMkLst>
        </pc:spChg>
        <pc:spChg chg="mod">
          <ac:chgData name="Tumelo Monese" userId="549178b4a6a13b7c" providerId="LiveId" clId="{5B0F878A-1C9B-4BE3-8404-60FF28E92D73}" dt="2025-11-21T14:35:38.442" v="1527" actId="20577"/>
          <ac:spMkLst>
            <pc:docMk/>
            <pc:sldMk cId="1670657405" sldId="260"/>
            <ac:spMk id="3" creationId="{DACF06B5-5FD0-BC63-6B3B-D72A5E9CE98E}"/>
          </ac:spMkLst>
        </pc:spChg>
      </pc:sldChg>
      <pc:sldChg chg="modSp new mod">
        <pc:chgData name="Tumelo Monese" userId="549178b4a6a13b7c" providerId="LiveId" clId="{5B0F878A-1C9B-4BE3-8404-60FF28E92D73}" dt="2025-11-21T14:38:04.689" v="1774" actId="20577"/>
        <pc:sldMkLst>
          <pc:docMk/>
          <pc:sldMk cId="2407177737" sldId="261"/>
        </pc:sldMkLst>
        <pc:spChg chg="mod">
          <ac:chgData name="Tumelo Monese" userId="549178b4a6a13b7c" providerId="LiveId" clId="{5B0F878A-1C9B-4BE3-8404-60FF28E92D73}" dt="2025-11-21T14:35:56.323" v="1540" actId="20577"/>
          <ac:spMkLst>
            <pc:docMk/>
            <pc:sldMk cId="2407177737" sldId="261"/>
            <ac:spMk id="2" creationId="{2AC3741C-CABA-8A87-F940-ED2E02D7C66F}"/>
          </ac:spMkLst>
        </pc:spChg>
        <pc:spChg chg="mod">
          <ac:chgData name="Tumelo Monese" userId="549178b4a6a13b7c" providerId="LiveId" clId="{5B0F878A-1C9B-4BE3-8404-60FF28E92D73}" dt="2025-11-21T14:38:04.689" v="1774" actId="20577"/>
          <ac:spMkLst>
            <pc:docMk/>
            <pc:sldMk cId="2407177737" sldId="261"/>
            <ac:spMk id="3" creationId="{F2841F13-9455-2613-CAA8-D1E9CBC8EDC5}"/>
          </ac:spMkLst>
        </pc:spChg>
      </pc:sldChg>
      <pc:sldChg chg="modSp new mod">
        <pc:chgData name="Tumelo Monese" userId="549178b4a6a13b7c" providerId="LiveId" clId="{5B0F878A-1C9B-4BE3-8404-60FF28E92D73}" dt="2025-11-21T14:43:55.282" v="2025" actId="20577"/>
        <pc:sldMkLst>
          <pc:docMk/>
          <pc:sldMk cId="2754514147" sldId="262"/>
        </pc:sldMkLst>
        <pc:spChg chg="mod">
          <ac:chgData name="Tumelo Monese" userId="549178b4a6a13b7c" providerId="LiveId" clId="{5B0F878A-1C9B-4BE3-8404-60FF28E92D73}" dt="2025-11-21T14:41:16.872" v="1794" actId="20577"/>
          <ac:spMkLst>
            <pc:docMk/>
            <pc:sldMk cId="2754514147" sldId="262"/>
            <ac:spMk id="2" creationId="{98BA0F8E-7F14-4B4E-A52A-0F0D21489280}"/>
          </ac:spMkLst>
        </pc:spChg>
        <pc:spChg chg="mod">
          <ac:chgData name="Tumelo Monese" userId="549178b4a6a13b7c" providerId="LiveId" clId="{5B0F878A-1C9B-4BE3-8404-60FF28E92D73}" dt="2025-11-21T14:43:55.282" v="2025" actId="20577"/>
          <ac:spMkLst>
            <pc:docMk/>
            <pc:sldMk cId="2754514147" sldId="262"/>
            <ac:spMk id="3" creationId="{BE7592B1-E86C-6CBB-0BCB-97A49876BA62}"/>
          </ac:spMkLst>
        </pc:spChg>
      </pc:sldChg>
      <pc:sldChg chg="modSp new mod">
        <pc:chgData name="Tumelo Monese" userId="549178b4a6a13b7c" providerId="LiveId" clId="{5B0F878A-1C9B-4BE3-8404-60FF28E92D73}" dt="2025-11-21T20:24:13.347" v="2099" actId="20577"/>
        <pc:sldMkLst>
          <pc:docMk/>
          <pc:sldMk cId="3757578829" sldId="263"/>
        </pc:sldMkLst>
        <pc:spChg chg="mod">
          <ac:chgData name="Tumelo Monese" userId="549178b4a6a13b7c" providerId="LiveId" clId="{5B0F878A-1C9B-4BE3-8404-60FF28E92D73}" dt="2025-11-21T20:23:06.904" v="2038" actId="20577"/>
          <ac:spMkLst>
            <pc:docMk/>
            <pc:sldMk cId="3757578829" sldId="263"/>
            <ac:spMk id="2" creationId="{3835B0F8-3EEE-DE4D-EA47-330A2F08C454}"/>
          </ac:spMkLst>
        </pc:spChg>
        <pc:spChg chg="mod">
          <ac:chgData name="Tumelo Monese" userId="549178b4a6a13b7c" providerId="LiveId" clId="{5B0F878A-1C9B-4BE3-8404-60FF28E92D73}" dt="2025-11-21T20:24:13.347" v="2099" actId="20577"/>
          <ac:spMkLst>
            <pc:docMk/>
            <pc:sldMk cId="3757578829" sldId="263"/>
            <ac:spMk id="3" creationId="{F0FF4EAC-A851-9942-CAAF-1500551BBD10}"/>
          </ac:spMkLst>
        </pc:spChg>
      </pc:sldChg>
      <pc:sldChg chg="addSp delSp modSp new mod setBg">
        <pc:chgData name="Tumelo Monese" userId="549178b4a6a13b7c" providerId="LiveId" clId="{5B0F878A-1C9B-4BE3-8404-60FF28E92D73}" dt="2025-11-21T20:26:29.868" v="2163" actId="26606"/>
        <pc:sldMkLst>
          <pc:docMk/>
          <pc:sldMk cId="15096939" sldId="264"/>
        </pc:sldMkLst>
        <pc:spChg chg="mod">
          <ac:chgData name="Tumelo Monese" userId="549178b4a6a13b7c" providerId="LiveId" clId="{5B0F878A-1C9B-4BE3-8404-60FF28E92D73}" dt="2025-11-21T20:26:29.868" v="2163" actId="26606"/>
          <ac:spMkLst>
            <pc:docMk/>
            <pc:sldMk cId="15096939" sldId="264"/>
            <ac:spMk id="2" creationId="{C137655E-3CD6-D693-D20B-C3D867F5EB4F}"/>
          </ac:spMkLst>
        </pc:spChg>
        <pc:spChg chg="del">
          <ac:chgData name="Tumelo Monese" userId="549178b4a6a13b7c" providerId="LiveId" clId="{5B0F878A-1C9B-4BE3-8404-60FF28E92D73}" dt="2025-11-21T20:25:45.955" v="2101" actId="931"/>
          <ac:spMkLst>
            <pc:docMk/>
            <pc:sldMk cId="15096939" sldId="264"/>
            <ac:spMk id="3" creationId="{CB534BA9-F85C-49FF-3BE3-88F7544344F5}"/>
          </ac:spMkLst>
        </pc:spChg>
        <pc:spChg chg="mod">
          <ac:chgData name="Tumelo Monese" userId="549178b4a6a13b7c" providerId="LiveId" clId="{5B0F878A-1C9B-4BE3-8404-60FF28E92D73}" dt="2025-11-21T20:26:29.868" v="2163" actId="26606"/>
          <ac:spMkLst>
            <pc:docMk/>
            <pc:sldMk cId="15096939" sldId="264"/>
            <ac:spMk id="4" creationId="{35F4CCEE-2618-8BFD-6191-0F826B57C796}"/>
          </ac:spMkLst>
        </pc:spChg>
        <pc:spChg chg="add">
          <ac:chgData name="Tumelo Monese" userId="549178b4a6a13b7c" providerId="LiveId" clId="{5B0F878A-1C9B-4BE3-8404-60FF28E92D73}" dt="2025-11-21T20:26:29.868" v="2163" actId="26606"/>
          <ac:spMkLst>
            <pc:docMk/>
            <pc:sldMk cId="15096939" sldId="264"/>
            <ac:spMk id="15" creationId="{BD7C2DEF-63C5-495B-BBE5-720E5D12B4D2}"/>
          </ac:spMkLst>
        </pc:spChg>
        <pc:picChg chg="add mod ord">
          <ac:chgData name="Tumelo Monese" userId="549178b4a6a13b7c" providerId="LiveId" clId="{5B0F878A-1C9B-4BE3-8404-60FF28E92D73}" dt="2025-11-21T20:26:29.868" v="2163" actId="26606"/>
          <ac:picMkLst>
            <pc:docMk/>
            <pc:sldMk cId="15096939" sldId="264"/>
            <ac:picMk id="6" creationId="{D810CDDF-4EE9-A59D-09E6-B75B338FA1FF}"/>
          </ac:picMkLst>
        </pc:picChg>
        <pc:picChg chg="add">
          <ac:chgData name="Tumelo Monese" userId="549178b4a6a13b7c" providerId="LiveId" clId="{5B0F878A-1C9B-4BE3-8404-60FF28E92D73}" dt="2025-11-21T20:26:29.868" v="2163" actId="26606"/>
          <ac:picMkLst>
            <pc:docMk/>
            <pc:sldMk cId="15096939" sldId="264"/>
            <ac:picMk id="11" creationId="{BDFADFB3-3D44-49A8-AE3B-A87C61607F7E}"/>
          </ac:picMkLst>
        </pc:picChg>
        <pc:picChg chg="add">
          <ac:chgData name="Tumelo Monese" userId="549178b4a6a13b7c" providerId="LiveId" clId="{5B0F878A-1C9B-4BE3-8404-60FF28E92D73}" dt="2025-11-21T20:26:29.868" v="2163" actId="26606"/>
          <ac:picMkLst>
            <pc:docMk/>
            <pc:sldMk cId="15096939" sldId="264"/>
            <ac:picMk id="13" creationId="{BB912AE0-CAD9-4F8F-A2A2-BDF07D4EDD22}"/>
          </ac:picMkLst>
        </pc:picChg>
        <pc:picChg chg="add">
          <ac:chgData name="Tumelo Monese" userId="549178b4a6a13b7c" providerId="LiveId" clId="{5B0F878A-1C9B-4BE3-8404-60FF28E92D73}" dt="2025-11-21T20:26:29.868" v="2163" actId="26606"/>
          <ac:picMkLst>
            <pc:docMk/>
            <pc:sldMk cId="15096939" sldId="264"/>
            <ac:picMk id="17" creationId="{FE21E403-0B61-4473-BE57-AB0F16379674}"/>
          </ac:picMkLst>
        </pc:picChg>
      </pc:sldChg>
      <pc:sldChg chg="addSp delSp modSp new mod setBg setClrOvrMap">
        <pc:chgData name="Tumelo Monese" userId="549178b4a6a13b7c" providerId="LiveId" clId="{5B0F878A-1C9B-4BE3-8404-60FF28E92D73}" dt="2025-11-21T20:31:39.052" v="2266" actId="20577"/>
        <pc:sldMkLst>
          <pc:docMk/>
          <pc:sldMk cId="1987340212" sldId="265"/>
        </pc:sldMkLst>
        <pc:spChg chg="mod">
          <ac:chgData name="Tumelo Monese" userId="549178b4a6a13b7c" providerId="LiveId" clId="{5B0F878A-1C9B-4BE3-8404-60FF28E92D73}" dt="2025-11-21T20:30:35.168" v="2198" actId="26606"/>
          <ac:spMkLst>
            <pc:docMk/>
            <pc:sldMk cId="1987340212" sldId="265"/>
            <ac:spMk id="2" creationId="{4ED925EC-F386-7139-A57B-2EB18B8C7DC9}"/>
          </ac:spMkLst>
        </pc:spChg>
        <pc:spChg chg="del">
          <ac:chgData name="Tumelo Monese" userId="549178b4a6a13b7c" providerId="LiveId" clId="{5B0F878A-1C9B-4BE3-8404-60FF28E92D73}" dt="2025-11-21T20:28:26.269" v="2165" actId="931"/>
          <ac:spMkLst>
            <pc:docMk/>
            <pc:sldMk cId="1987340212" sldId="265"/>
            <ac:spMk id="3" creationId="{D3DB1CFE-5CCF-E2FC-17E4-9A23A2D78A12}"/>
          </ac:spMkLst>
        </pc:spChg>
        <pc:spChg chg="mod">
          <ac:chgData name="Tumelo Monese" userId="549178b4a6a13b7c" providerId="LiveId" clId="{5B0F878A-1C9B-4BE3-8404-60FF28E92D73}" dt="2025-11-21T20:31:39.052" v="2266" actId="20577"/>
          <ac:spMkLst>
            <pc:docMk/>
            <pc:sldMk cId="1987340212" sldId="265"/>
            <ac:spMk id="4" creationId="{48BA2951-0B02-46FE-BEFE-B5D44B7B3C84}"/>
          </ac:spMkLst>
        </pc:spChg>
        <pc:spChg chg="add del">
          <ac:chgData name="Tumelo Monese" userId="549178b4a6a13b7c" providerId="LiveId" clId="{5B0F878A-1C9B-4BE3-8404-60FF28E92D73}" dt="2025-11-21T20:30:35.168" v="2198" actId="26606"/>
          <ac:spMkLst>
            <pc:docMk/>
            <pc:sldMk cId="1987340212" sldId="265"/>
            <ac:spMk id="13" creationId="{03FFF8D3-2EF3-4286-935A-D01BE3C85333}"/>
          </ac:spMkLst>
        </pc:spChg>
        <pc:spChg chg="add del">
          <ac:chgData name="Tumelo Monese" userId="549178b4a6a13b7c" providerId="LiveId" clId="{5B0F878A-1C9B-4BE3-8404-60FF28E92D73}" dt="2025-11-21T20:30:35.168" v="2198" actId="26606"/>
          <ac:spMkLst>
            <pc:docMk/>
            <pc:sldMk cId="1987340212" sldId="265"/>
            <ac:spMk id="17" creationId="{E6C57836-126B-4938-8C7A-3C3BCB59D383}"/>
          </ac:spMkLst>
        </pc:spChg>
        <pc:spChg chg="add">
          <ac:chgData name="Tumelo Monese" userId="549178b4a6a13b7c" providerId="LiveId" clId="{5B0F878A-1C9B-4BE3-8404-60FF28E92D73}" dt="2025-11-21T20:30:35.168" v="2198" actId="26606"/>
          <ac:spMkLst>
            <pc:docMk/>
            <pc:sldMk cId="1987340212" sldId="265"/>
            <ac:spMk id="24" creationId="{8B836880-BF75-4385-9994-9270F8ACF1A7}"/>
          </ac:spMkLst>
        </pc:spChg>
        <pc:spChg chg="add">
          <ac:chgData name="Tumelo Monese" userId="549178b4a6a13b7c" providerId="LiveId" clId="{5B0F878A-1C9B-4BE3-8404-60FF28E92D73}" dt="2025-11-21T20:30:35.168" v="2198" actId="26606"/>
          <ac:spMkLst>
            <pc:docMk/>
            <pc:sldMk cId="1987340212" sldId="265"/>
            <ac:spMk id="28" creationId="{38D32B90-922C-4411-A898-3F03AA808A09}"/>
          </ac:spMkLst>
        </pc:spChg>
        <pc:picChg chg="add mod ord">
          <ac:chgData name="Tumelo Monese" userId="549178b4a6a13b7c" providerId="LiveId" clId="{5B0F878A-1C9B-4BE3-8404-60FF28E92D73}" dt="2025-11-21T20:31:12.898" v="2199" actId="14826"/>
          <ac:picMkLst>
            <pc:docMk/>
            <pc:sldMk cId="1987340212" sldId="265"/>
            <ac:picMk id="6" creationId="{1ECD5CF2-3CD1-E3A7-8299-A7825A5E00E9}"/>
          </ac:picMkLst>
        </pc:picChg>
        <pc:picChg chg="add del">
          <ac:chgData name="Tumelo Monese" userId="549178b4a6a13b7c" providerId="LiveId" clId="{5B0F878A-1C9B-4BE3-8404-60FF28E92D73}" dt="2025-11-21T20:30:35.168" v="2198" actId="26606"/>
          <ac:picMkLst>
            <pc:docMk/>
            <pc:sldMk cId="1987340212" sldId="265"/>
            <ac:picMk id="11" creationId="{BDFADFB3-3D44-49A8-AE3B-A87C61607F7E}"/>
          </ac:picMkLst>
        </pc:picChg>
        <pc:picChg chg="add del">
          <ac:chgData name="Tumelo Monese" userId="549178b4a6a13b7c" providerId="LiveId" clId="{5B0F878A-1C9B-4BE3-8404-60FF28E92D73}" dt="2025-11-21T20:30:35.168" v="2198" actId="26606"/>
          <ac:picMkLst>
            <pc:docMk/>
            <pc:sldMk cId="1987340212" sldId="265"/>
            <ac:picMk id="15" creationId="{CD8CCB43-545E-4064-8BB8-5C492D0F5F57}"/>
          </ac:picMkLst>
        </pc:picChg>
        <pc:picChg chg="add">
          <ac:chgData name="Tumelo Monese" userId="549178b4a6a13b7c" providerId="LiveId" clId="{5B0F878A-1C9B-4BE3-8404-60FF28E92D73}" dt="2025-11-21T20:30:35.168" v="2198" actId="26606"/>
          <ac:picMkLst>
            <pc:docMk/>
            <pc:sldMk cId="1987340212" sldId="265"/>
            <ac:picMk id="22" creationId="{CFD580F5-E7BF-4C1D-BEFD-4A4601EBA876}"/>
          </ac:picMkLst>
        </pc:picChg>
        <pc:picChg chg="add">
          <ac:chgData name="Tumelo Monese" userId="549178b4a6a13b7c" providerId="LiveId" clId="{5B0F878A-1C9B-4BE3-8404-60FF28E92D73}" dt="2025-11-21T20:30:35.168" v="2198" actId="26606"/>
          <ac:picMkLst>
            <pc:docMk/>
            <pc:sldMk cId="1987340212" sldId="265"/>
            <ac:picMk id="26" creationId="{26BCFBE2-C65F-42E3-A14A-5D04B9842E44}"/>
          </ac:picMkLst>
        </pc:picChg>
      </pc:sldChg>
      <pc:sldMasterChg chg="del delSldLayout">
        <pc:chgData name="Tumelo Monese" userId="549178b4a6a13b7c" providerId="LiveId" clId="{5B0F878A-1C9B-4BE3-8404-60FF28E92D73}" dt="2025-11-21T13:36:34.200" v="0" actId="26606"/>
        <pc:sldMasterMkLst>
          <pc:docMk/>
          <pc:sldMasterMk cId="1738029517" sldId="2147483648"/>
        </pc:sldMasterMkLst>
        <pc:sldLayoutChg chg="del">
          <pc:chgData name="Tumelo Monese" userId="549178b4a6a13b7c" providerId="LiveId" clId="{5B0F878A-1C9B-4BE3-8404-60FF28E92D73}" dt="2025-11-21T13:36:34.200" v="0" actId="26606"/>
          <pc:sldLayoutMkLst>
            <pc:docMk/>
            <pc:sldMasterMk cId="1738029517" sldId="2147483648"/>
            <pc:sldLayoutMk cId="3793287074" sldId="2147483649"/>
          </pc:sldLayoutMkLst>
        </pc:sldLayoutChg>
        <pc:sldLayoutChg chg="del">
          <pc:chgData name="Tumelo Monese" userId="549178b4a6a13b7c" providerId="LiveId" clId="{5B0F878A-1C9B-4BE3-8404-60FF28E92D73}" dt="2025-11-21T13:36:34.200" v="0" actId="26606"/>
          <pc:sldLayoutMkLst>
            <pc:docMk/>
            <pc:sldMasterMk cId="1738029517" sldId="2147483648"/>
            <pc:sldLayoutMk cId="1271775351" sldId="2147483650"/>
          </pc:sldLayoutMkLst>
        </pc:sldLayoutChg>
        <pc:sldLayoutChg chg="del">
          <pc:chgData name="Tumelo Monese" userId="549178b4a6a13b7c" providerId="LiveId" clId="{5B0F878A-1C9B-4BE3-8404-60FF28E92D73}" dt="2025-11-21T13:36:34.200" v="0" actId="26606"/>
          <pc:sldLayoutMkLst>
            <pc:docMk/>
            <pc:sldMasterMk cId="1738029517" sldId="2147483648"/>
            <pc:sldLayoutMk cId="4250606515" sldId="2147483651"/>
          </pc:sldLayoutMkLst>
        </pc:sldLayoutChg>
        <pc:sldLayoutChg chg="del">
          <pc:chgData name="Tumelo Monese" userId="549178b4a6a13b7c" providerId="LiveId" clId="{5B0F878A-1C9B-4BE3-8404-60FF28E92D73}" dt="2025-11-21T13:36:34.200" v="0" actId="26606"/>
          <pc:sldLayoutMkLst>
            <pc:docMk/>
            <pc:sldMasterMk cId="1738029517" sldId="2147483648"/>
            <pc:sldLayoutMk cId="4123124974" sldId="2147483652"/>
          </pc:sldLayoutMkLst>
        </pc:sldLayoutChg>
        <pc:sldLayoutChg chg="del">
          <pc:chgData name="Tumelo Monese" userId="549178b4a6a13b7c" providerId="LiveId" clId="{5B0F878A-1C9B-4BE3-8404-60FF28E92D73}" dt="2025-11-21T13:36:34.200" v="0" actId="26606"/>
          <pc:sldLayoutMkLst>
            <pc:docMk/>
            <pc:sldMasterMk cId="1738029517" sldId="2147483648"/>
            <pc:sldLayoutMk cId="1669396081" sldId="2147483653"/>
          </pc:sldLayoutMkLst>
        </pc:sldLayoutChg>
        <pc:sldLayoutChg chg="del">
          <pc:chgData name="Tumelo Monese" userId="549178b4a6a13b7c" providerId="LiveId" clId="{5B0F878A-1C9B-4BE3-8404-60FF28E92D73}" dt="2025-11-21T13:36:34.200" v="0" actId="26606"/>
          <pc:sldLayoutMkLst>
            <pc:docMk/>
            <pc:sldMasterMk cId="1738029517" sldId="2147483648"/>
            <pc:sldLayoutMk cId="1720426931" sldId="2147483654"/>
          </pc:sldLayoutMkLst>
        </pc:sldLayoutChg>
        <pc:sldLayoutChg chg="del">
          <pc:chgData name="Tumelo Monese" userId="549178b4a6a13b7c" providerId="LiveId" clId="{5B0F878A-1C9B-4BE3-8404-60FF28E92D73}" dt="2025-11-21T13:36:34.200" v="0" actId="26606"/>
          <pc:sldLayoutMkLst>
            <pc:docMk/>
            <pc:sldMasterMk cId="1738029517" sldId="2147483648"/>
            <pc:sldLayoutMk cId="2803243628" sldId="2147483655"/>
          </pc:sldLayoutMkLst>
        </pc:sldLayoutChg>
        <pc:sldLayoutChg chg="del">
          <pc:chgData name="Tumelo Monese" userId="549178b4a6a13b7c" providerId="LiveId" clId="{5B0F878A-1C9B-4BE3-8404-60FF28E92D73}" dt="2025-11-21T13:36:34.200" v="0" actId="26606"/>
          <pc:sldLayoutMkLst>
            <pc:docMk/>
            <pc:sldMasterMk cId="1738029517" sldId="2147483648"/>
            <pc:sldLayoutMk cId="290420605" sldId="2147483656"/>
          </pc:sldLayoutMkLst>
        </pc:sldLayoutChg>
        <pc:sldLayoutChg chg="del">
          <pc:chgData name="Tumelo Monese" userId="549178b4a6a13b7c" providerId="LiveId" clId="{5B0F878A-1C9B-4BE3-8404-60FF28E92D73}" dt="2025-11-21T13:36:34.200" v="0" actId="26606"/>
          <pc:sldLayoutMkLst>
            <pc:docMk/>
            <pc:sldMasterMk cId="1738029517" sldId="2147483648"/>
            <pc:sldLayoutMk cId="1069067190" sldId="2147483657"/>
          </pc:sldLayoutMkLst>
        </pc:sldLayoutChg>
        <pc:sldLayoutChg chg="del">
          <pc:chgData name="Tumelo Monese" userId="549178b4a6a13b7c" providerId="LiveId" clId="{5B0F878A-1C9B-4BE3-8404-60FF28E92D73}" dt="2025-11-21T13:36:34.200" v="0" actId="26606"/>
          <pc:sldLayoutMkLst>
            <pc:docMk/>
            <pc:sldMasterMk cId="1738029517" sldId="2147483648"/>
            <pc:sldLayoutMk cId="2890920248" sldId="2147483658"/>
          </pc:sldLayoutMkLst>
        </pc:sldLayoutChg>
        <pc:sldLayoutChg chg="del">
          <pc:chgData name="Tumelo Monese" userId="549178b4a6a13b7c" providerId="LiveId" clId="{5B0F878A-1C9B-4BE3-8404-60FF28E92D73}" dt="2025-11-21T13:36:34.200" v="0" actId="26606"/>
          <pc:sldLayoutMkLst>
            <pc:docMk/>
            <pc:sldMasterMk cId="1738029517" sldId="2147483648"/>
            <pc:sldLayoutMk cId="1736023415" sldId="2147483659"/>
          </pc:sldLayoutMkLst>
        </pc:sldLayoutChg>
      </pc:sldMasterChg>
      <pc:sldMasterChg chg="add del addSldLayout delSldLayout">
        <pc:chgData name="Tumelo Monese" userId="549178b4a6a13b7c" providerId="LiveId" clId="{5B0F878A-1C9B-4BE3-8404-60FF28E92D73}" dt="2025-11-21T13:39:31.489" v="92" actId="26606"/>
        <pc:sldMasterMkLst>
          <pc:docMk/>
          <pc:sldMasterMk cId="2258885762" sldId="2147483686"/>
        </pc:sldMasterMkLst>
        <pc:sldLayoutChg chg="add del">
          <pc:chgData name="Tumelo Monese" userId="549178b4a6a13b7c" providerId="LiveId" clId="{5B0F878A-1C9B-4BE3-8404-60FF28E92D73}" dt="2025-11-21T13:39:31.489" v="92" actId="26606"/>
          <pc:sldLayoutMkLst>
            <pc:docMk/>
            <pc:sldMasterMk cId="2258885762" sldId="2147483686"/>
            <pc:sldLayoutMk cId="906036650" sldId="2147483675"/>
          </pc:sldLayoutMkLst>
        </pc:sldLayoutChg>
        <pc:sldLayoutChg chg="add del">
          <pc:chgData name="Tumelo Monese" userId="549178b4a6a13b7c" providerId="LiveId" clId="{5B0F878A-1C9B-4BE3-8404-60FF28E92D73}" dt="2025-11-21T13:39:31.489" v="92" actId="26606"/>
          <pc:sldLayoutMkLst>
            <pc:docMk/>
            <pc:sldMasterMk cId="2258885762" sldId="2147483686"/>
            <pc:sldLayoutMk cId="3011871565" sldId="2147483676"/>
          </pc:sldLayoutMkLst>
        </pc:sldLayoutChg>
        <pc:sldLayoutChg chg="add del">
          <pc:chgData name="Tumelo Monese" userId="549178b4a6a13b7c" providerId="LiveId" clId="{5B0F878A-1C9B-4BE3-8404-60FF28E92D73}" dt="2025-11-21T13:39:31.489" v="92" actId="26606"/>
          <pc:sldLayoutMkLst>
            <pc:docMk/>
            <pc:sldMasterMk cId="2258885762" sldId="2147483686"/>
            <pc:sldLayoutMk cId="2277575454" sldId="2147483677"/>
          </pc:sldLayoutMkLst>
        </pc:sldLayoutChg>
        <pc:sldLayoutChg chg="add del">
          <pc:chgData name="Tumelo Monese" userId="549178b4a6a13b7c" providerId="LiveId" clId="{5B0F878A-1C9B-4BE3-8404-60FF28E92D73}" dt="2025-11-21T13:39:31.489" v="92" actId="26606"/>
          <pc:sldLayoutMkLst>
            <pc:docMk/>
            <pc:sldMasterMk cId="2258885762" sldId="2147483686"/>
            <pc:sldLayoutMk cId="2477580073" sldId="2147483678"/>
          </pc:sldLayoutMkLst>
        </pc:sldLayoutChg>
        <pc:sldLayoutChg chg="add del">
          <pc:chgData name="Tumelo Monese" userId="549178b4a6a13b7c" providerId="LiveId" clId="{5B0F878A-1C9B-4BE3-8404-60FF28E92D73}" dt="2025-11-21T13:39:31.489" v="92" actId="26606"/>
          <pc:sldLayoutMkLst>
            <pc:docMk/>
            <pc:sldMasterMk cId="2258885762" sldId="2147483686"/>
            <pc:sldLayoutMk cId="1265919044" sldId="2147483679"/>
          </pc:sldLayoutMkLst>
        </pc:sldLayoutChg>
        <pc:sldLayoutChg chg="add del">
          <pc:chgData name="Tumelo Monese" userId="549178b4a6a13b7c" providerId="LiveId" clId="{5B0F878A-1C9B-4BE3-8404-60FF28E92D73}" dt="2025-11-21T13:39:31.489" v="92" actId="26606"/>
          <pc:sldLayoutMkLst>
            <pc:docMk/>
            <pc:sldMasterMk cId="2258885762" sldId="2147483686"/>
            <pc:sldLayoutMk cId="2253388903" sldId="2147483680"/>
          </pc:sldLayoutMkLst>
        </pc:sldLayoutChg>
        <pc:sldLayoutChg chg="add del">
          <pc:chgData name="Tumelo Monese" userId="549178b4a6a13b7c" providerId="LiveId" clId="{5B0F878A-1C9B-4BE3-8404-60FF28E92D73}" dt="2025-11-21T13:39:31.489" v="92" actId="26606"/>
          <pc:sldLayoutMkLst>
            <pc:docMk/>
            <pc:sldMasterMk cId="2258885762" sldId="2147483686"/>
            <pc:sldLayoutMk cId="2533080793" sldId="2147483681"/>
          </pc:sldLayoutMkLst>
        </pc:sldLayoutChg>
        <pc:sldLayoutChg chg="add del">
          <pc:chgData name="Tumelo Monese" userId="549178b4a6a13b7c" providerId="LiveId" clId="{5B0F878A-1C9B-4BE3-8404-60FF28E92D73}" dt="2025-11-21T13:39:31.489" v="92" actId="26606"/>
          <pc:sldLayoutMkLst>
            <pc:docMk/>
            <pc:sldMasterMk cId="2258885762" sldId="2147483686"/>
            <pc:sldLayoutMk cId="1766779623" sldId="2147483682"/>
          </pc:sldLayoutMkLst>
        </pc:sldLayoutChg>
        <pc:sldLayoutChg chg="add del">
          <pc:chgData name="Tumelo Monese" userId="549178b4a6a13b7c" providerId="LiveId" clId="{5B0F878A-1C9B-4BE3-8404-60FF28E92D73}" dt="2025-11-21T13:39:31.489" v="92" actId="26606"/>
          <pc:sldLayoutMkLst>
            <pc:docMk/>
            <pc:sldMasterMk cId="2258885762" sldId="2147483686"/>
            <pc:sldLayoutMk cId="1332042820" sldId="2147483683"/>
          </pc:sldLayoutMkLst>
        </pc:sldLayoutChg>
        <pc:sldLayoutChg chg="add del">
          <pc:chgData name="Tumelo Monese" userId="549178b4a6a13b7c" providerId="LiveId" clId="{5B0F878A-1C9B-4BE3-8404-60FF28E92D73}" dt="2025-11-21T13:39:31.489" v="92" actId="26606"/>
          <pc:sldLayoutMkLst>
            <pc:docMk/>
            <pc:sldMasterMk cId="2258885762" sldId="2147483686"/>
            <pc:sldLayoutMk cId="3230931988" sldId="2147483684"/>
          </pc:sldLayoutMkLst>
        </pc:sldLayoutChg>
        <pc:sldLayoutChg chg="add del">
          <pc:chgData name="Tumelo Monese" userId="549178b4a6a13b7c" providerId="LiveId" clId="{5B0F878A-1C9B-4BE3-8404-60FF28E92D73}" dt="2025-11-21T13:39:31.489" v="92" actId="26606"/>
          <pc:sldLayoutMkLst>
            <pc:docMk/>
            <pc:sldMasterMk cId="2258885762" sldId="2147483686"/>
            <pc:sldLayoutMk cId="1688421295" sldId="2147483685"/>
          </pc:sldLayoutMkLst>
        </pc:sldLayoutChg>
      </pc:sldMasterChg>
      <pc:sldMasterChg chg="add del addSldLayout delSldLayout">
        <pc:chgData name="Tumelo Monese" userId="549178b4a6a13b7c" providerId="LiveId" clId="{5B0F878A-1C9B-4BE3-8404-60FF28E92D73}" dt="2025-11-21T13:39:31.430" v="91" actId="26606"/>
        <pc:sldMasterMkLst>
          <pc:docMk/>
          <pc:sldMasterMk cId="1592491383" sldId="2147483713"/>
        </pc:sldMasterMkLst>
        <pc:sldLayoutChg chg="add del">
          <pc:chgData name="Tumelo Monese" userId="549178b4a6a13b7c" providerId="LiveId" clId="{5B0F878A-1C9B-4BE3-8404-60FF28E92D73}" dt="2025-11-21T13:39:31.430" v="91" actId="26606"/>
          <pc:sldLayoutMkLst>
            <pc:docMk/>
            <pc:sldMasterMk cId="1592491383" sldId="2147483713"/>
            <pc:sldLayoutMk cId="2264040481" sldId="2147483702"/>
          </pc:sldLayoutMkLst>
        </pc:sldLayoutChg>
        <pc:sldLayoutChg chg="add del">
          <pc:chgData name="Tumelo Monese" userId="549178b4a6a13b7c" providerId="LiveId" clId="{5B0F878A-1C9B-4BE3-8404-60FF28E92D73}" dt="2025-11-21T13:39:31.430" v="91" actId="26606"/>
          <pc:sldLayoutMkLst>
            <pc:docMk/>
            <pc:sldMasterMk cId="1592491383" sldId="2147483713"/>
            <pc:sldLayoutMk cId="1288440887" sldId="2147483703"/>
          </pc:sldLayoutMkLst>
        </pc:sldLayoutChg>
        <pc:sldLayoutChg chg="add del">
          <pc:chgData name="Tumelo Monese" userId="549178b4a6a13b7c" providerId="LiveId" clId="{5B0F878A-1C9B-4BE3-8404-60FF28E92D73}" dt="2025-11-21T13:39:31.430" v="91" actId="26606"/>
          <pc:sldLayoutMkLst>
            <pc:docMk/>
            <pc:sldMasterMk cId="1592491383" sldId="2147483713"/>
            <pc:sldLayoutMk cId="1296247658" sldId="2147483704"/>
          </pc:sldLayoutMkLst>
        </pc:sldLayoutChg>
        <pc:sldLayoutChg chg="add del">
          <pc:chgData name="Tumelo Monese" userId="549178b4a6a13b7c" providerId="LiveId" clId="{5B0F878A-1C9B-4BE3-8404-60FF28E92D73}" dt="2025-11-21T13:39:31.430" v="91" actId="26606"/>
          <pc:sldLayoutMkLst>
            <pc:docMk/>
            <pc:sldMasterMk cId="1592491383" sldId="2147483713"/>
            <pc:sldLayoutMk cId="1311763395" sldId="2147483705"/>
          </pc:sldLayoutMkLst>
        </pc:sldLayoutChg>
        <pc:sldLayoutChg chg="add del">
          <pc:chgData name="Tumelo Monese" userId="549178b4a6a13b7c" providerId="LiveId" clId="{5B0F878A-1C9B-4BE3-8404-60FF28E92D73}" dt="2025-11-21T13:39:31.430" v="91" actId="26606"/>
          <pc:sldLayoutMkLst>
            <pc:docMk/>
            <pc:sldMasterMk cId="1592491383" sldId="2147483713"/>
            <pc:sldLayoutMk cId="3595843142" sldId="2147483706"/>
          </pc:sldLayoutMkLst>
        </pc:sldLayoutChg>
        <pc:sldLayoutChg chg="add del">
          <pc:chgData name="Tumelo Monese" userId="549178b4a6a13b7c" providerId="LiveId" clId="{5B0F878A-1C9B-4BE3-8404-60FF28E92D73}" dt="2025-11-21T13:39:31.430" v="91" actId="26606"/>
          <pc:sldLayoutMkLst>
            <pc:docMk/>
            <pc:sldMasterMk cId="1592491383" sldId="2147483713"/>
            <pc:sldLayoutMk cId="3951110395" sldId="2147483707"/>
          </pc:sldLayoutMkLst>
        </pc:sldLayoutChg>
        <pc:sldLayoutChg chg="add del">
          <pc:chgData name="Tumelo Monese" userId="549178b4a6a13b7c" providerId="LiveId" clId="{5B0F878A-1C9B-4BE3-8404-60FF28E92D73}" dt="2025-11-21T13:39:31.430" v="91" actId="26606"/>
          <pc:sldLayoutMkLst>
            <pc:docMk/>
            <pc:sldMasterMk cId="1592491383" sldId="2147483713"/>
            <pc:sldLayoutMk cId="1384514973" sldId="2147483708"/>
          </pc:sldLayoutMkLst>
        </pc:sldLayoutChg>
        <pc:sldLayoutChg chg="add del">
          <pc:chgData name="Tumelo Monese" userId="549178b4a6a13b7c" providerId="LiveId" clId="{5B0F878A-1C9B-4BE3-8404-60FF28E92D73}" dt="2025-11-21T13:39:31.430" v="91" actId="26606"/>
          <pc:sldLayoutMkLst>
            <pc:docMk/>
            <pc:sldMasterMk cId="1592491383" sldId="2147483713"/>
            <pc:sldLayoutMk cId="3651992143" sldId="2147483709"/>
          </pc:sldLayoutMkLst>
        </pc:sldLayoutChg>
        <pc:sldLayoutChg chg="add del">
          <pc:chgData name="Tumelo Monese" userId="549178b4a6a13b7c" providerId="LiveId" clId="{5B0F878A-1C9B-4BE3-8404-60FF28E92D73}" dt="2025-11-21T13:39:31.430" v="91" actId="26606"/>
          <pc:sldLayoutMkLst>
            <pc:docMk/>
            <pc:sldMasterMk cId="1592491383" sldId="2147483713"/>
            <pc:sldLayoutMk cId="1695392082" sldId="2147483710"/>
          </pc:sldLayoutMkLst>
        </pc:sldLayoutChg>
        <pc:sldLayoutChg chg="add del">
          <pc:chgData name="Tumelo Monese" userId="549178b4a6a13b7c" providerId="LiveId" clId="{5B0F878A-1C9B-4BE3-8404-60FF28E92D73}" dt="2025-11-21T13:39:31.430" v="91" actId="26606"/>
          <pc:sldLayoutMkLst>
            <pc:docMk/>
            <pc:sldMasterMk cId="1592491383" sldId="2147483713"/>
            <pc:sldLayoutMk cId="2659874319" sldId="2147483711"/>
          </pc:sldLayoutMkLst>
        </pc:sldLayoutChg>
        <pc:sldLayoutChg chg="add del">
          <pc:chgData name="Tumelo Monese" userId="549178b4a6a13b7c" providerId="LiveId" clId="{5B0F878A-1C9B-4BE3-8404-60FF28E92D73}" dt="2025-11-21T13:39:31.430" v="91" actId="26606"/>
          <pc:sldLayoutMkLst>
            <pc:docMk/>
            <pc:sldMasterMk cId="1592491383" sldId="2147483713"/>
            <pc:sldLayoutMk cId="3744083124" sldId="2147483712"/>
          </pc:sldLayoutMkLst>
        </pc:sldLayoutChg>
      </pc:sldMasterChg>
      <pc:sldMasterChg chg="add addSldLayout">
        <pc:chgData name="Tumelo Monese" userId="549178b4a6a13b7c" providerId="LiveId" clId="{5B0F878A-1C9B-4BE3-8404-60FF28E92D73}" dt="2025-11-21T13:39:31.489" v="92" actId="26606"/>
        <pc:sldMasterMkLst>
          <pc:docMk/>
          <pc:sldMasterMk cId="3361636169" sldId="2147483778"/>
        </pc:sldMasterMkLst>
        <pc:sldLayoutChg chg="add">
          <pc:chgData name="Tumelo Monese" userId="549178b4a6a13b7c" providerId="LiveId" clId="{5B0F878A-1C9B-4BE3-8404-60FF28E92D73}" dt="2025-11-21T13:39:31.489" v="92" actId="26606"/>
          <pc:sldLayoutMkLst>
            <pc:docMk/>
            <pc:sldMasterMk cId="3361636169" sldId="2147483778"/>
            <pc:sldLayoutMk cId="755601013" sldId="2147483767"/>
          </pc:sldLayoutMkLst>
        </pc:sldLayoutChg>
        <pc:sldLayoutChg chg="add">
          <pc:chgData name="Tumelo Monese" userId="549178b4a6a13b7c" providerId="LiveId" clId="{5B0F878A-1C9B-4BE3-8404-60FF28E92D73}" dt="2025-11-21T13:39:31.489" v="92" actId="26606"/>
          <pc:sldLayoutMkLst>
            <pc:docMk/>
            <pc:sldMasterMk cId="3361636169" sldId="2147483778"/>
            <pc:sldLayoutMk cId="759341620" sldId="2147483768"/>
          </pc:sldLayoutMkLst>
        </pc:sldLayoutChg>
        <pc:sldLayoutChg chg="add">
          <pc:chgData name="Tumelo Monese" userId="549178b4a6a13b7c" providerId="LiveId" clId="{5B0F878A-1C9B-4BE3-8404-60FF28E92D73}" dt="2025-11-21T13:39:31.489" v="92" actId="26606"/>
          <pc:sldLayoutMkLst>
            <pc:docMk/>
            <pc:sldMasterMk cId="3361636169" sldId="2147483778"/>
            <pc:sldLayoutMk cId="3074958884" sldId="2147483769"/>
          </pc:sldLayoutMkLst>
        </pc:sldLayoutChg>
        <pc:sldLayoutChg chg="add">
          <pc:chgData name="Tumelo Monese" userId="549178b4a6a13b7c" providerId="LiveId" clId="{5B0F878A-1C9B-4BE3-8404-60FF28E92D73}" dt="2025-11-21T13:39:31.489" v="92" actId="26606"/>
          <pc:sldLayoutMkLst>
            <pc:docMk/>
            <pc:sldMasterMk cId="3361636169" sldId="2147483778"/>
            <pc:sldLayoutMk cId="1769094266" sldId="2147483770"/>
          </pc:sldLayoutMkLst>
        </pc:sldLayoutChg>
        <pc:sldLayoutChg chg="add">
          <pc:chgData name="Tumelo Monese" userId="549178b4a6a13b7c" providerId="LiveId" clId="{5B0F878A-1C9B-4BE3-8404-60FF28E92D73}" dt="2025-11-21T13:39:31.489" v="92" actId="26606"/>
          <pc:sldLayoutMkLst>
            <pc:docMk/>
            <pc:sldMasterMk cId="3361636169" sldId="2147483778"/>
            <pc:sldLayoutMk cId="2420834915" sldId="2147483771"/>
          </pc:sldLayoutMkLst>
        </pc:sldLayoutChg>
        <pc:sldLayoutChg chg="add">
          <pc:chgData name="Tumelo Monese" userId="549178b4a6a13b7c" providerId="LiveId" clId="{5B0F878A-1C9B-4BE3-8404-60FF28E92D73}" dt="2025-11-21T13:39:31.489" v="92" actId="26606"/>
          <pc:sldLayoutMkLst>
            <pc:docMk/>
            <pc:sldMasterMk cId="3361636169" sldId="2147483778"/>
            <pc:sldLayoutMk cId="797280366" sldId="2147483772"/>
          </pc:sldLayoutMkLst>
        </pc:sldLayoutChg>
        <pc:sldLayoutChg chg="add">
          <pc:chgData name="Tumelo Monese" userId="549178b4a6a13b7c" providerId="LiveId" clId="{5B0F878A-1C9B-4BE3-8404-60FF28E92D73}" dt="2025-11-21T13:39:31.489" v="92" actId="26606"/>
          <pc:sldLayoutMkLst>
            <pc:docMk/>
            <pc:sldMasterMk cId="3361636169" sldId="2147483778"/>
            <pc:sldLayoutMk cId="2119560612" sldId="2147483773"/>
          </pc:sldLayoutMkLst>
        </pc:sldLayoutChg>
        <pc:sldLayoutChg chg="add">
          <pc:chgData name="Tumelo Monese" userId="549178b4a6a13b7c" providerId="LiveId" clId="{5B0F878A-1C9B-4BE3-8404-60FF28E92D73}" dt="2025-11-21T13:39:31.489" v="92" actId="26606"/>
          <pc:sldLayoutMkLst>
            <pc:docMk/>
            <pc:sldMasterMk cId="3361636169" sldId="2147483778"/>
            <pc:sldLayoutMk cId="1928415482" sldId="2147483774"/>
          </pc:sldLayoutMkLst>
        </pc:sldLayoutChg>
        <pc:sldLayoutChg chg="add">
          <pc:chgData name="Tumelo Monese" userId="549178b4a6a13b7c" providerId="LiveId" clId="{5B0F878A-1C9B-4BE3-8404-60FF28E92D73}" dt="2025-11-21T13:39:31.489" v="92" actId="26606"/>
          <pc:sldLayoutMkLst>
            <pc:docMk/>
            <pc:sldMasterMk cId="3361636169" sldId="2147483778"/>
            <pc:sldLayoutMk cId="1728359509" sldId="2147483775"/>
          </pc:sldLayoutMkLst>
        </pc:sldLayoutChg>
        <pc:sldLayoutChg chg="add">
          <pc:chgData name="Tumelo Monese" userId="549178b4a6a13b7c" providerId="LiveId" clId="{5B0F878A-1C9B-4BE3-8404-60FF28E92D73}" dt="2025-11-21T13:39:31.489" v="92" actId="26606"/>
          <pc:sldLayoutMkLst>
            <pc:docMk/>
            <pc:sldMasterMk cId="3361636169" sldId="2147483778"/>
            <pc:sldLayoutMk cId="3630195249" sldId="2147483776"/>
          </pc:sldLayoutMkLst>
        </pc:sldLayoutChg>
        <pc:sldLayoutChg chg="add">
          <pc:chgData name="Tumelo Monese" userId="549178b4a6a13b7c" providerId="LiveId" clId="{5B0F878A-1C9B-4BE3-8404-60FF28E92D73}" dt="2025-11-21T13:39:31.489" v="92" actId="26606"/>
          <pc:sldLayoutMkLst>
            <pc:docMk/>
            <pc:sldMasterMk cId="3361636169" sldId="2147483778"/>
            <pc:sldLayoutMk cId="1479082723" sldId="214748377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5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94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8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4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9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63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87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45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44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0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03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803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357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46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60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46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2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958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7B273-C99D-BAF2-ED25-2BCAA251CA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Contract Monthly claims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C1FDE-E2D7-4EF6-E887-6930155CE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9448800" cy="1480573"/>
          </a:xfrm>
        </p:spPr>
        <p:txBody>
          <a:bodyPr>
            <a:normAutofit/>
          </a:bodyPr>
          <a:lstStyle/>
          <a:p>
            <a:r>
              <a:rPr kumimoji="0" lang="en-ZA" sz="2500" b="0" i="0" u="none" strike="noStrike" kern="1200" cap="all" spc="39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mbo"/>
                <a:ea typeface="+mj-ea"/>
                <a:cs typeface="+mj-cs"/>
              </a:rPr>
              <a:t>ST10448312</a:t>
            </a:r>
            <a:br>
              <a:rPr kumimoji="0" lang="en-ZA" sz="2500" b="0" i="0" u="none" strike="noStrike" kern="1200" cap="all" spc="39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mbo"/>
                <a:ea typeface="+mj-ea"/>
                <a:cs typeface="+mj-cs"/>
              </a:rPr>
            </a:br>
            <a:r>
              <a:rPr kumimoji="0" lang="en-ZA" sz="2500" b="0" i="0" u="none" strike="noStrike" kern="1200" cap="all" spc="39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mbo"/>
                <a:ea typeface="+mj-ea"/>
                <a:cs typeface="+mj-cs"/>
              </a:rPr>
              <a:t>Tumelo Monese</a:t>
            </a:r>
            <a:br>
              <a:rPr kumimoji="0" lang="en-ZA" sz="2500" b="0" i="0" u="none" strike="noStrike" kern="1200" cap="all" spc="39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mbo"/>
                <a:ea typeface="+mj-ea"/>
                <a:cs typeface="+mj-cs"/>
              </a:rPr>
            </a:br>
            <a:r>
              <a:rPr kumimoji="0" lang="en-ZA" sz="2500" b="0" i="0" u="none" strike="noStrike" kern="1200" cap="all" spc="39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mbo"/>
                <a:ea typeface="+mj-ea"/>
                <a:cs typeface="+mj-cs"/>
              </a:rPr>
              <a:t>PROG 6212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2944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5E97-1E1E-8295-81B8-92797D91B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92DEF-5843-D194-2BF1-A26003622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 The Contract Monthly claims System is created to help simplify the process of claims being made by contractors and being approved by managers</a:t>
            </a:r>
          </a:p>
          <a:p>
            <a:r>
              <a:rPr lang="en-ZA" dirty="0"/>
              <a:t>It helps automate submissions, validations, and approval of claims made</a:t>
            </a:r>
          </a:p>
          <a:p>
            <a:r>
              <a:rPr lang="en-ZA" dirty="0"/>
              <a:t>Accuracy, transparency, and automation are focused on</a:t>
            </a:r>
          </a:p>
          <a:p>
            <a:endParaRPr lang="en-ZA" dirty="0"/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09946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3C896-86DC-1409-74AE-8C8C9EC13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5415-F745-4086-AFC8-6B4C0C25E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Integrating the automation feature into the pre existing monthly claim system</a:t>
            </a:r>
          </a:p>
          <a:p>
            <a:r>
              <a:rPr lang="en-ZA" dirty="0"/>
              <a:t>Implementing the document upload feature</a:t>
            </a:r>
          </a:p>
          <a:p>
            <a:r>
              <a:rPr lang="en-ZA" dirty="0"/>
              <a:t>Ensuring communication and tracking of a claim and its current status</a:t>
            </a:r>
          </a:p>
        </p:txBody>
      </p:sp>
    </p:spTree>
    <p:extLst>
      <p:ext uri="{BB962C8B-B14F-4D97-AF65-F5344CB8AC3E}">
        <p14:creationId xmlns:p14="http://schemas.microsoft.com/office/powerpoint/2010/main" val="4212464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440D5-29C1-CE72-B55A-F41704D52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Challenges addressed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2FB40A-E71A-200D-C63C-997B9F80E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Manually submitting claims would cause time delays and allow room for human error when submitting or when claiming</a:t>
            </a:r>
          </a:p>
          <a:p>
            <a:r>
              <a:rPr lang="en-ZA" dirty="0"/>
              <a:t>Focused on the shortage/lack of a claims platform for all stakeholders</a:t>
            </a:r>
          </a:p>
          <a:p>
            <a:r>
              <a:rPr lang="en-ZA" dirty="0"/>
              <a:t>High workload caused by repeating tasks</a:t>
            </a:r>
          </a:p>
          <a:p>
            <a:r>
              <a:rPr lang="en-ZA" dirty="0"/>
              <a:t>Transparency of the status of the claim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15734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CF8B7-328A-35D4-DA2D-DC823055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F06B5-5FD0-BC63-6B3B-D72A5E9CE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Automated validation of claims made using </a:t>
            </a:r>
            <a:r>
              <a:rPr lang="en-ZA" dirty="0" err="1"/>
              <a:t>FluentValidation</a:t>
            </a:r>
            <a:endParaRPr lang="en-ZA" dirty="0"/>
          </a:p>
          <a:p>
            <a:r>
              <a:rPr lang="en-ZA" dirty="0"/>
              <a:t>Status tracking in real time </a:t>
            </a:r>
          </a:p>
          <a:p>
            <a:r>
              <a:rPr lang="en-ZA" dirty="0"/>
              <a:t>Different dashboards for different roles(lecturer, coordinator, manager)</a:t>
            </a:r>
          </a:p>
          <a:p>
            <a:r>
              <a:rPr lang="en-ZA" dirty="0"/>
              <a:t>Online webapp with document upload features</a:t>
            </a:r>
          </a:p>
          <a:p>
            <a:r>
              <a:rPr lang="en-ZA" dirty="0"/>
              <a:t>Automated calculations and tracking</a:t>
            </a:r>
          </a:p>
        </p:txBody>
      </p:sp>
    </p:spTree>
    <p:extLst>
      <p:ext uri="{BB962C8B-B14F-4D97-AF65-F5344CB8AC3E}">
        <p14:creationId xmlns:p14="http://schemas.microsoft.com/office/powerpoint/2010/main" val="1670657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3741C-CABA-8A87-F940-ED2E02D7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F13-9455-2613-CAA8-D1E9CBC8E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UI, business logic, and data are separated using the MVC framework</a:t>
            </a:r>
          </a:p>
          <a:p>
            <a:r>
              <a:rPr lang="en-ZA" dirty="0"/>
              <a:t>Data is represented in the Models</a:t>
            </a:r>
          </a:p>
          <a:p>
            <a:r>
              <a:rPr lang="en-ZA" dirty="0"/>
              <a:t>UI interfaces are represented I the Views</a:t>
            </a:r>
          </a:p>
          <a:p>
            <a:r>
              <a:rPr lang="en-ZA" dirty="0"/>
              <a:t>Business logic, validation and user requests are represented In the Controllers</a:t>
            </a:r>
          </a:p>
        </p:txBody>
      </p:sp>
    </p:spTree>
    <p:extLst>
      <p:ext uri="{BB962C8B-B14F-4D97-AF65-F5344CB8AC3E}">
        <p14:creationId xmlns:p14="http://schemas.microsoft.com/office/powerpoint/2010/main" val="2407177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A0F8E-7F14-4B4E-A52A-0F0D2148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592B1-E86C-6CBB-0BCB-97A49876B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Submissions are in a form format with validation and clear fields to input</a:t>
            </a:r>
          </a:p>
          <a:p>
            <a:r>
              <a:rPr lang="en-ZA" dirty="0"/>
              <a:t>Dashboard shows claims( previous and current)</a:t>
            </a:r>
          </a:p>
          <a:p>
            <a:r>
              <a:rPr lang="en-ZA" dirty="0"/>
              <a:t>Design is responsive to different devices</a:t>
            </a:r>
          </a:p>
          <a:p>
            <a:r>
              <a:rPr lang="en-ZA" dirty="0"/>
              <a:t>There are visual signs to show the status of </a:t>
            </a:r>
            <a:r>
              <a:rPr lang="en-ZA"/>
              <a:t>a claim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54514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B0F8-3EEE-DE4D-EA47-330A2F0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F4EAC-A851-9942-CAAF-1500551BB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System checks for:</a:t>
            </a:r>
          </a:p>
          <a:p>
            <a:pPr lvl="1"/>
            <a:r>
              <a:rPr lang="en-ZA" dirty="0"/>
              <a:t>Hours worked are between 0.5 to 200 hours</a:t>
            </a:r>
          </a:p>
          <a:p>
            <a:pPr lvl="1"/>
            <a:r>
              <a:rPr lang="en-ZA" dirty="0"/>
              <a:t>Hourly rate charged is between R1 and R10,000</a:t>
            </a:r>
          </a:p>
          <a:p>
            <a:r>
              <a:rPr lang="en-ZA" dirty="0"/>
              <a:t>Claims failing these checks are automatically rejected with clear error messages </a:t>
            </a:r>
          </a:p>
          <a:p>
            <a:r>
              <a:rPr lang="en-ZA" dirty="0"/>
              <a:t>Valid claims are marked 'Verified' and sent for managerial approval.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57578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D7C2DEF-63C5-495B-BBE5-720E5D12B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21E403-0B61-4473-BE57-AB0F16379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37655E-3CD6-D693-D20B-C3D867F5E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96" y="643464"/>
            <a:ext cx="3761964" cy="3273061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/>
              <a:t>Claim submission form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4CCEE-2618-8BFD-6191-0F826B57C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6695" y="3923151"/>
            <a:ext cx="3761965" cy="2293885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2000" dirty="0"/>
              <a:t>Form used by lecturer to submit claims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10CDDF-4EE9-A59D-09E6-B75B338FA1F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0" r="13570"/>
          <a:stretch>
            <a:fillRect/>
          </a:stretch>
        </p:blipFill>
        <p:spPr>
          <a:xfrm>
            <a:off x="6430599" y="941122"/>
            <a:ext cx="3410044" cy="511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FD580F5-E7BF-4C1D-BEFD-4A4601EBA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B836880-BF75-4385-9994-9270F8ACF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6BCFBE2-C65F-42E3-A14A-5D04B9842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D925EC-F386-7139-A57B-2EB18B8C7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306744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000"/>
              <a:t>Academic manager 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BA2951-0B02-46FE-BEFE-B5D44B7B3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194560"/>
            <a:ext cx="3306742" cy="402412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Academic managers dashboard to view claims </a:t>
            </a:r>
            <a:r>
              <a:rPr lang="en-US"/>
              <a:t>already verified</a:t>
            </a:r>
          </a:p>
        </p:txBody>
      </p:sp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38D32B90-922C-4411-A898-3F03AA80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1066164"/>
            <a:ext cx="6765949" cy="514837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ECD5CF2-3CD1-E3A7-8299-A7825A5E00E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8" r="14078"/>
          <a:stretch/>
        </p:blipFill>
        <p:spPr>
          <a:xfrm>
            <a:off x="4955339" y="1336566"/>
            <a:ext cx="6127287" cy="460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4021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90</TotalTime>
  <Words>310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Bembo</vt:lpstr>
      <vt:lpstr>Century Gothic</vt:lpstr>
      <vt:lpstr>Vapor Trail</vt:lpstr>
      <vt:lpstr>Contract Monthly claims system</vt:lpstr>
      <vt:lpstr>Introduction</vt:lpstr>
      <vt:lpstr>challenges</vt:lpstr>
      <vt:lpstr>Challenges addressed</vt:lpstr>
      <vt:lpstr>Features</vt:lpstr>
      <vt:lpstr>architecture</vt:lpstr>
      <vt:lpstr>User interface</vt:lpstr>
      <vt:lpstr>verification</vt:lpstr>
      <vt:lpstr>Claim submission form</vt:lpstr>
      <vt:lpstr>Academic manager 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Tumelo Monese</dc:creator>
  <cp:lastModifiedBy>Tumelo Monese</cp:lastModifiedBy>
  <cp:revision>1</cp:revision>
  <dcterms:created xsi:type="dcterms:W3CDTF">2025-11-21T13:22:44Z</dcterms:created>
  <dcterms:modified xsi:type="dcterms:W3CDTF">2025-11-21T20:31:39Z</dcterms:modified>
</cp:coreProperties>
</file>