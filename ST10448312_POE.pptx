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7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A935103-5E02-4085-B984-1CFD34CDAA96}" v="10" dt="2025-11-21T13:46:06.64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48" d="100"/>
          <a:sy n="48" d="100"/>
        </p:scale>
        <p:origin x="67" y="7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umelo Monese" userId="549178b4a6a13b7c" providerId="LiveId" clId="{5B0F878A-1C9B-4BE3-8404-60FF28E92D73}"/>
    <pc:docChg chg="undo redo custSel addSld delSld modSld addMainMaster delMainMaster">
      <pc:chgData name="Tumelo Monese" userId="549178b4a6a13b7c" providerId="LiveId" clId="{5B0F878A-1C9B-4BE3-8404-60FF28E92D73}" dt="2025-11-21T14:43:55.282" v="2025" actId="20577"/>
      <pc:docMkLst>
        <pc:docMk/>
      </pc:docMkLst>
      <pc:sldChg chg="modSp new mod">
        <pc:chgData name="Tumelo Monese" userId="549178b4a6a13b7c" providerId="LiveId" clId="{5B0F878A-1C9B-4BE3-8404-60FF28E92D73}" dt="2025-11-21T13:46:17.384" v="238" actId="20577"/>
        <pc:sldMkLst>
          <pc:docMk/>
          <pc:sldMk cId="2629441528" sldId="256"/>
        </pc:sldMkLst>
        <pc:spChg chg="mod">
          <ac:chgData name="Tumelo Monese" userId="549178b4a6a13b7c" providerId="LiveId" clId="{5B0F878A-1C9B-4BE3-8404-60FF28E92D73}" dt="2025-11-21T13:45:58.811" v="224" actId="20577"/>
          <ac:spMkLst>
            <pc:docMk/>
            <pc:sldMk cId="2629441528" sldId="256"/>
            <ac:spMk id="2" creationId="{6F17B273-C99D-BAF2-ED25-2BCAA251CAA6}"/>
          </ac:spMkLst>
        </pc:spChg>
        <pc:spChg chg="mod">
          <ac:chgData name="Tumelo Monese" userId="549178b4a6a13b7c" providerId="LiveId" clId="{5B0F878A-1C9B-4BE3-8404-60FF28E92D73}" dt="2025-11-21T13:46:17.384" v="238" actId="20577"/>
          <ac:spMkLst>
            <pc:docMk/>
            <pc:sldMk cId="2629441528" sldId="256"/>
            <ac:spMk id="3" creationId="{F4DC1FDE-E2D7-4EF6-E887-6930155CEA15}"/>
          </ac:spMkLst>
        </pc:spChg>
      </pc:sldChg>
      <pc:sldChg chg="addSp delSp modSp del mod setBg modClrScheme setClrOvrMap delDesignElem chgLayout">
        <pc:chgData name="Tumelo Monese" userId="549178b4a6a13b7c" providerId="LiveId" clId="{5B0F878A-1C9B-4BE3-8404-60FF28E92D73}" dt="2025-11-21T13:44:53.613" v="166" actId="2696"/>
        <pc:sldMkLst>
          <pc:docMk/>
          <pc:sldMk cId="3554333494" sldId="256"/>
        </pc:sldMkLst>
        <pc:spChg chg="mod">
          <ac:chgData name="Tumelo Monese" userId="549178b4a6a13b7c" providerId="LiveId" clId="{5B0F878A-1C9B-4BE3-8404-60FF28E92D73}" dt="2025-11-21T13:44:46.675" v="165" actId="6549"/>
          <ac:spMkLst>
            <pc:docMk/>
            <pc:sldMk cId="3554333494" sldId="256"/>
            <ac:spMk id="2" creationId="{3105C169-6706-3209-F154-D1C7B8E7A93B}"/>
          </ac:spMkLst>
        </pc:spChg>
        <pc:spChg chg="del mod">
          <ac:chgData name="Tumelo Monese" userId="549178b4a6a13b7c" providerId="LiveId" clId="{5B0F878A-1C9B-4BE3-8404-60FF28E92D73}" dt="2025-11-21T13:40:36.283" v="124" actId="21"/>
          <ac:spMkLst>
            <pc:docMk/>
            <pc:sldMk cId="3554333494" sldId="256"/>
            <ac:spMk id="3" creationId="{A63BDC52-D91B-2934-A13D-679D3342936E}"/>
          </ac:spMkLst>
        </pc:spChg>
        <pc:spChg chg="add del">
          <ac:chgData name="Tumelo Monese" userId="549178b4a6a13b7c" providerId="LiveId" clId="{5B0F878A-1C9B-4BE3-8404-60FF28E92D73}" dt="2025-11-21T13:39:31.489" v="92" actId="26606"/>
          <ac:spMkLst>
            <pc:docMk/>
            <pc:sldMk cId="3554333494" sldId="256"/>
            <ac:spMk id="9" creationId="{0EECA69B-4C2A-7F31-8019-E90DB3BD49CB}"/>
          </ac:spMkLst>
        </pc:spChg>
        <pc:spChg chg="add del">
          <ac:chgData name="Tumelo Monese" userId="549178b4a6a13b7c" providerId="LiveId" clId="{5B0F878A-1C9B-4BE3-8404-60FF28E92D73}" dt="2025-11-21T13:39:31.489" v="92" actId="26606"/>
          <ac:spMkLst>
            <pc:docMk/>
            <pc:sldMk cId="3554333494" sldId="256"/>
            <ac:spMk id="11" creationId="{857DEAC1-B3AA-6569-0A44-A191DF2F3C67}"/>
          </ac:spMkLst>
        </pc:spChg>
        <pc:spChg chg="add del">
          <ac:chgData name="Tumelo Monese" userId="549178b4a6a13b7c" providerId="LiveId" clId="{5B0F878A-1C9B-4BE3-8404-60FF28E92D73}" dt="2025-11-21T13:39:31.430" v="91" actId="26606"/>
          <ac:spMkLst>
            <pc:docMk/>
            <pc:sldMk cId="3554333494" sldId="256"/>
            <ac:spMk id="16" creationId="{19F9BF86-FE94-4517-B97D-026C7515E589}"/>
          </ac:spMkLst>
        </pc:spChg>
        <pc:spChg chg="add del">
          <ac:chgData name="Tumelo Monese" userId="549178b4a6a13b7c" providerId="LiveId" clId="{5B0F878A-1C9B-4BE3-8404-60FF28E92D73}" dt="2025-11-21T13:39:31.430" v="91" actId="26606"/>
          <ac:spMkLst>
            <pc:docMk/>
            <pc:sldMk cId="3554333494" sldId="256"/>
            <ac:spMk id="18" creationId="{122AB34F-E75C-451A-8410-05B6C249E9D3}"/>
          </ac:spMkLst>
        </pc:spChg>
        <pc:spChg chg="add del">
          <ac:chgData name="Tumelo Monese" userId="549178b4a6a13b7c" providerId="LiveId" clId="{5B0F878A-1C9B-4BE3-8404-60FF28E92D73}" dt="2025-11-21T13:44:28.763" v="162"/>
          <ac:spMkLst>
            <pc:docMk/>
            <pc:sldMk cId="3554333494" sldId="256"/>
            <ac:spMk id="24" creationId="{1AB7CFDD-E67B-4078-9BD0-D09D4200E4E1}"/>
          </ac:spMkLst>
        </pc:spChg>
        <pc:spChg chg="add del">
          <ac:chgData name="Tumelo Monese" userId="549178b4a6a13b7c" providerId="LiveId" clId="{5B0F878A-1C9B-4BE3-8404-60FF28E92D73}" dt="2025-11-21T13:44:28.763" v="162"/>
          <ac:spMkLst>
            <pc:docMk/>
            <pc:sldMk cId="3554333494" sldId="256"/>
            <ac:spMk id="25" creationId="{B191E377-3C4E-4C42-B42C-858169F3AB3A}"/>
          </ac:spMkLst>
        </pc:spChg>
        <pc:grpChg chg="add del">
          <ac:chgData name="Tumelo Monese" userId="549178b4a6a13b7c" providerId="LiveId" clId="{5B0F878A-1C9B-4BE3-8404-60FF28E92D73}" dt="2025-11-21T13:44:28.763" v="162"/>
          <ac:grpSpMkLst>
            <pc:docMk/>
            <pc:sldMk cId="3554333494" sldId="256"/>
            <ac:grpSpMk id="26" creationId="{91B7537E-7B93-4306-B9DF-4CD583E0AA21}"/>
          </ac:grpSpMkLst>
        </pc:grpChg>
        <pc:picChg chg="add mod">
          <ac:chgData name="Tumelo Monese" userId="549178b4a6a13b7c" providerId="LiveId" clId="{5B0F878A-1C9B-4BE3-8404-60FF28E92D73}" dt="2025-11-21T13:39:31.489" v="92" actId="26606"/>
          <ac:picMkLst>
            <pc:docMk/>
            <pc:sldMk cId="3554333494" sldId="256"/>
            <ac:picMk id="4" creationId="{51D4091D-D1C8-D6F0-9A05-FBB93FA6BD66}"/>
          </ac:picMkLst>
        </pc:picChg>
        <pc:cxnChg chg="add del">
          <ac:chgData name="Tumelo Monese" userId="549178b4a6a13b7c" providerId="LiveId" clId="{5B0F878A-1C9B-4BE3-8404-60FF28E92D73}" dt="2025-11-21T13:39:31.430" v="91" actId="26606"/>
          <ac:cxnSpMkLst>
            <pc:docMk/>
            <pc:sldMk cId="3554333494" sldId="256"/>
            <ac:cxnSpMk id="20" creationId="{97CC2FE6-3AD0-4131-B4BC-1F4D65E25E13}"/>
          </ac:cxnSpMkLst>
        </pc:cxnChg>
      </pc:sldChg>
      <pc:sldChg chg="modSp new mod">
        <pc:chgData name="Tumelo Monese" userId="549178b4a6a13b7c" providerId="LiveId" clId="{5B0F878A-1C9B-4BE3-8404-60FF28E92D73}" dt="2025-11-21T13:59:45.932" v="615" actId="20577"/>
        <pc:sldMkLst>
          <pc:docMk/>
          <pc:sldMk cId="1009946308" sldId="257"/>
        </pc:sldMkLst>
        <pc:spChg chg="mod">
          <ac:chgData name="Tumelo Monese" userId="549178b4a6a13b7c" providerId="LiveId" clId="{5B0F878A-1C9B-4BE3-8404-60FF28E92D73}" dt="2025-11-21T13:51:36.048" v="328" actId="313"/>
          <ac:spMkLst>
            <pc:docMk/>
            <pc:sldMk cId="1009946308" sldId="257"/>
            <ac:spMk id="2" creationId="{04B35E97-1E1E-8295-81B8-92797D91BF20}"/>
          </ac:spMkLst>
        </pc:spChg>
        <pc:spChg chg="mod">
          <ac:chgData name="Tumelo Monese" userId="549178b4a6a13b7c" providerId="LiveId" clId="{5B0F878A-1C9B-4BE3-8404-60FF28E92D73}" dt="2025-11-21T13:59:45.932" v="615" actId="20577"/>
          <ac:spMkLst>
            <pc:docMk/>
            <pc:sldMk cId="1009946308" sldId="257"/>
            <ac:spMk id="3" creationId="{DBC92DEF-5843-D194-2BF1-A2600362262D}"/>
          </ac:spMkLst>
        </pc:spChg>
      </pc:sldChg>
      <pc:sldChg chg="addSp delSp modSp new del mod setBg">
        <pc:chgData name="Tumelo Monese" userId="549178b4a6a13b7c" providerId="LiveId" clId="{5B0F878A-1C9B-4BE3-8404-60FF28E92D73}" dt="2025-11-21T13:42:20.723" v="156" actId="47"/>
        <pc:sldMkLst>
          <pc:docMk/>
          <pc:sldMk cId="2253175092" sldId="257"/>
        </pc:sldMkLst>
        <pc:spChg chg="mod">
          <ac:chgData name="Tumelo Monese" userId="549178b4a6a13b7c" providerId="LiveId" clId="{5B0F878A-1C9B-4BE3-8404-60FF28E92D73}" dt="2025-11-21T13:41:17.784" v="133" actId="26606"/>
          <ac:spMkLst>
            <pc:docMk/>
            <pc:sldMk cId="2253175092" sldId="257"/>
            <ac:spMk id="2" creationId="{5D6DAA28-B500-18FB-CD56-A281FE811598}"/>
          </ac:spMkLst>
        </pc:spChg>
        <pc:spChg chg="add del">
          <ac:chgData name="Tumelo Monese" userId="549178b4a6a13b7c" providerId="LiveId" clId="{5B0F878A-1C9B-4BE3-8404-60FF28E92D73}" dt="2025-11-21T13:41:17.784" v="133" actId="26606"/>
          <ac:spMkLst>
            <pc:docMk/>
            <pc:sldMk cId="2253175092" sldId="257"/>
            <ac:spMk id="3" creationId="{CE5D885D-5018-A161-E68F-219545C516E3}"/>
          </ac:spMkLst>
        </pc:spChg>
        <pc:spChg chg="add del">
          <ac:chgData name="Tumelo Monese" userId="549178b4a6a13b7c" providerId="LiveId" clId="{5B0F878A-1C9B-4BE3-8404-60FF28E92D73}" dt="2025-11-21T13:41:10.399" v="128" actId="26606"/>
          <ac:spMkLst>
            <pc:docMk/>
            <pc:sldMk cId="2253175092" sldId="257"/>
            <ac:spMk id="8" creationId="{9D3B3C7E-BC2D-4436-8B03-AC421FA66787}"/>
          </ac:spMkLst>
        </pc:spChg>
        <pc:spChg chg="add del">
          <ac:chgData name="Tumelo Monese" userId="549178b4a6a13b7c" providerId="LiveId" clId="{5B0F878A-1C9B-4BE3-8404-60FF28E92D73}" dt="2025-11-21T13:41:10.399" v="128" actId="26606"/>
          <ac:spMkLst>
            <pc:docMk/>
            <pc:sldMk cId="2253175092" sldId="257"/>
            <ac:spMk id="15" creationId="{4905C695-F54E-4EF8-8AEF-811D460E7AFE}"/>
          </ac:spMkLst>
        </pc:spChg>
        <pc:spChg chg="add del">
          <ac:chgData name="Tumelo Monese" userId="549178b4a6a13b7c" providerId="LiveId" clId="{5B0F878A-1C9B-4BE3-8404-60FF28E92D73}" dt="2025-11-21T13:41:10.399" v="128" actId="26606"/>
          <ac:spMkLst>
            <pc:docMk/>
            <pc:sldMk cId="2253175092" sldId="257"/>
            <ac:spMk id="17" creationId="{485CD2A3-2099-476E-9A85-55DC735FA2B7}"/>
          </ac:spMkLst>
        </pc:spChg>
        <pc:spChg chg="add del">
          <ac:chgData name="Tumelo Monese" userId="549178b4a6a13b7c" providerId="LiveId" clId="{5B0F878A-1C9B-4BE3-8404-60FF28E92D73}" dt="2025-11-21T13:41:16.482" v="130" actId="26606"/>
          <ac:spMkLst>
            <pc:docMk/>
            <pc:sldMk cId="2253175092" sldId="257"/>
            <ac:spMk id="24" creationId="{9D3B3C7E-BC2D-4436-8B03-AC421FA66787}"/>
          </ac:spMkLst>
        </pc:spChg>
        <pc:spChg chg="add del">
          <ac:chgData name="Tumelo Monese" userId="549178b4a6a13b7c" providerId="LiveId" clId="{5B0F878A-1C9B-4BE3-8404-60FF28E92D73}" dt="2025-11-21T13:41:16.482" v="130" actId="26606"/>
          <ac:spMkLst>
            <pc:docMk/>
            <pc:sldMk cId="2253175092" sldId="257"/>
            <ac:spMk id="27" creationId="{4905C695-F54E-4EF8-8AEF-811D460E7AFE}"/>
          </ac:spMkLst>
        </pc:spChg>
        <pc:spChg chg="add del">
          <ac:chgData name="Tumelo Monese" userId="549178b4a6a13b7c" providerId="LiveId" clId="{5B0F878A-1C9B-4BE3-8404-60FF28E92D73}" dt="2025-11-21T13:41:16.482" v="130" actId="26606"/>
          <ac:spMkLst>
            <pc:docMk/>
            <pc:sldMk cId="2253175092" sldId="257"/>
            <ac:spMk id="28" creationId="{485CD2A3-2099-476E-9A85-55DC735FA2B7}"/>
          </ac:spMkLst>
        </pc:spChg>
        <pc:spChg chg="add del">
          <ac:chgData name="Tumelo Monese" userId="549178b4a6a13b7c" providerId="LiveId" clId="{5B0F878A-1C9B-4BE3-8404-60FF28E92D73}" dt="2025-11-21T13:41:17.760" v="132" actId="26606"/>
          <ac:spMkLst>
            <pc:docMk/>
            <pc:sldMk cId="2253175092" sldId="257"/>
            <ac:spMk id="32" creationId="{9D3B3C7E-BC2D-4436-8B03-AC421FA66787}"/>
          </ac:spMkLst>
        </pc:spChg>
        <pc:spChg chg="add del">
          <ac:chgData name="Tumelo Monese" userId="549178b4a6a13b7c" providerId="LiveId" clId="{5B0F878A-1C9B-4BE3-8404-60FF28E92D73}" dt="2025-11-21T13:41:17.760" v="132" actId="26606"/>
          <ac:spMkLst>
            <pc:docMk/>
            <pc:sldMk cId="2253175092" sldId="257"/>
            <ac:spMk id="34" creationId="{4905C695-F54E-4EF8-8AEF-811D460E7AFE}"/>
          </ac:spMkLst>
        </pc:spChg>
        <pc:spChg chg="add del">
          <ac:chgData name="Tumelo Monese" userId="549178b4a6a13b7c" providerId="LiveId" clId="{5B0F878A-1C9B-4BE3-8404-60FF28E92D73}" dt="2025-11-21T13:41:17.760" v="132" actId="26606"/>
          <ac:spMkLst>
            <pc:docMk/>
            <pc:sldMk cId="2253175092" sldId="257"/>
            <ac:spMk id="35" creationId="{485CD2A3-2099-476E-9A85-55DC735FA2B7}"/>
          </ac:spMkLst>
        </pc:spChg>
        <pc:spChg chg="add">
          <ac:chgData name="Tumelo Monese" userId="549178b4a6a13b7c" providerId="LiveId" clId="{5B0F878A-1C9B-4BE3-8404-60FF28E92D73}" dt="2025-11-21T13:41:17.784" v="133" actId="26606"/>
          <ac:spMkLst>
            <pc:docMk/>
            <pc:sldMk cId="2253175092" sldId="257"/>
            <ac:spMk id="38" creationId="{9D3B3C7E-BC2D-4436-8B03-AC421FA66787}"/>
          </ac:spMkLst>
        </pc:spChg>
        <pc:spChg chg="add">
          <ac:chgData name="Tumelo Monese" userId="549178b4a6a13b7c" providerId="LiveId" clId="{5B0F878A-1C9B-4BE3-8404-60FF28E92D73}" dt="2025-11-21T13:41:17.784" v="133" actId="26606"/>
          <ac:spMkLst>
            <pc:docMk/>
            <pc:sldMk cId="2253175092" sldId="257"/>
            <ac:spMk id="41" creationId="{4905C695-F54E-4EF8-8AEF-811D460E7AFE}"/>
          </ac:spMkLst>
        </pc:spChg>
        <pc:spChg chg="add">
          <ac:chgData name="Tumelo Monese" userId="549178b4a6a13b7c" providerId="LiveId" clId="{5B0F878A-1C9B-4BE3-8404-60FF28E92D73}" dt="2025-11-21T13:41:17.784" v="133" actId="26606"/>
          <ac:spMkLst>
            <pc:docMk/>
            <pc:sldMk cId="2253175092" sldId="257"/>
            <ac:spMk id="42" creationId="{485CD2A3-2099-476E-9A85-55DC735FA2B7}"/>
          </ac:spMkLst>
        </pc:spChg>
        <pc:grpChg chg="add del">
          <ac:chgData name="Tumelo Monese" userId="549178b4a6a13b7c" providerId="LiveId" clId="{5B0F878A-1C9B-4BE3-8404-60FF28E92D73}" dt="2025-11-21T13:41:10.399" v="128" actId="26606"/>
          <ac:grpSpMkLst>
            <pc:docMk/>
            <pc:sldMk cId="2253175092" sldId="257"/>
            <ac:grpSpMk id="10" creationId="{79B5D0C1-066E-4C02-A6B8-59FAE4A19724}"/>
          </ac:grpSpMkLst>
        </pc:grpChg>
        <pc:grpChg chg="add del">
          <ac:chgData name="Tumelo Monese" userId="549178b4a6a13b7c" providerId="LiveId" clId="{5B0F878A-1C9B-4BE3-8404-60FF28E92D73}" dt="2025-11-21T13:41:10.399" v="128" actId="26606"/>
          <ac:grpSpMkLst>
            <pc:docMk/>
            <pc:sldMk cId="2253175092" sldId="257"/>
            <ac:grpSpMk id="19" creationId="{E92979E8-2E86-433E-A7E4-5F102E45A8EE}"/>
          </ac:grpSpMkLst>
        </pc:grpChg>
        <pc:grpChg chg="add del">
          <ac:chgData name="Tumelo Monese" userId="549178b4a6a13b7c" providerId="LiveId" clId="{5B0F878A-1C9B-4BE3-8404-60FF28E92D73}" dt="2025-11-21T13:41:16.482" v="130" actId="26606"/>
          <ac:grpSpMkLst>
            <pc:docMk/>
            <pc:sldMk cId="2253175092" sldId="257"/>
            <ac:grpSpMk id="25" creationId="{79B5D0C1-066E-4C02-A6B8-59FAE4A19724}"/>
          </ac:grpSpMkLst>
        </pc:grpChg>
        <pc:grpChg chg="add del">
          <ac:chgData name="Tumelo Monese" userId="549178b4a6a13b7c" providerId="LiveId" clId="{5B0F878A-1C9B-4BE3-8404-60FF28E92D73}" dt="2025-11-21T13:41:16.482" v="130" actId="26606"/>
          <ac:grpSpMkLst>
            <pc:docMk/>
            <pc:sldMk cId="2253175092" sldId="257"/>
            <ac:grpSpMk id="29" creationId="{E92979E8-2E86-433E-A7E4-5F102E45A8EE}"/>
          </ac:grpSpMkLst>
        </pc:grpChg>
        <pc:grpChg chg="add del">
          <ac:chgData name="Tumelo Monese" userId="549178b4a6a13b7c" providerId="LiveId" clId="{5B0F878A-1C9B-4BE3-8404-60FF28E92D73}" dt="2025-11-21T13:41:17.760" v="132" actId="26606"/>
          <ac:grpSpMkLst>
            <pc:docMk/>
            <pc:sldMk cId="2253175092" sldId="257"/>
            <ac:grpSpMk id="33" creationId="{79B5D0C1-066E-4C02-A6B8-59FAE4A19724}"/>
          </ac:grpSpMkLst>
        </pc:grpChg>
        <pc:grpChg chg="add del">
          <ac:chgData name="Tumelo Monese" userId="549178b4a6a13b7c" providerId="LiveId" clId="{5B0F878A-1C9B-4BE3-8404-60FF28E92D73}" dt="2025-11-21T13:41:17.760" v="132" actId="26606"/>
          <ac:grpSpMkLst>
            <pc:docMk/>
            <pc:sldMk cId="2253175092" sldId="257"/>
            <ac:grpSpMk id="36" creationId="{E92979E8-2E86-433E-A7E4-5F102E45A8EE}"/>
          </ac:grpSpMkLst>
        </pc:grpChg>
        <pc:grpChg chg="add">
          <ac:chgData name="Tumelo Monese" userId="549178b4a6a13b7c" providerId="LiveId" clId="{5B0F878A-1C9B-4BE3-8404-60FF28E92D73}" dt="2025-11-21T13:41:17.784" v="133" actId="26606"/>
          <ac:grpSpMkLst>
            <pc:docMk/>
            <pc:sldMk cId="2253175092" sldId="257"/>
            <ac:grpSpMk id="39" creationId="{79B5D0C1-066E-4C02-A6B8-59FAE4A19724}"/>
          </ac:grpSpMkLst>
        </pc:grpChg>
        <pc:grpChg chg="add">
          <ac:chgData name="Tumelo Monese" userId="549178b4a6a13b7c" providerId="LiveId" clId="{5B0F878A-1C9B-4BE3-8404-60FF28E92D73}" dt="2025-11-21T13:41:17.784" v="133" actId="26606"/>
          <ac:grpSpMkLst>
            <pc:docMk/>
            <pc:sldMk cId="2253175092" sldId="257"/>
            <ac:grpSpMk id="43" creationId="{E92979E8-2E86-433E-A7E4-5F102E45A8EE}"/>
          </ac:grpSpMkLst>
        </pc:grpChg>
      </pc:sldChg>
      <pc:sldChg chg="modSp new del">
        <pc:chgData name="Tumelo Monese" userId="549178b4a6a13b7c" providerId="LiveId" clId="{5B0F878A-1C9B-4BE3-8404-60FF28E92D73}" dt="2025-11-21T13:44:57.580" v="167" actId="2696"/>
        <pc:sldMkLst>
          <pc:docMk/>
          <pc:sldMk cId="594818525" sldId="258"/>
        </pc:sldMkLst>
        <pc:spChg chg="mod">
          <ac:chgData name="Tumelo Monese" userId="549178b4a6a13b7c" providerId="LiveId" clId="{5B0F878A-1C9B-4BE3-8404-60FF28E92D73}" dt="2025-11-21T13:44:28.763" v="162"/>
          <ac:spMkLst>
            <pc:docMk/>
            <pc:sldMk cId="594818525" sldId="258"/>
            <ac:spMk id="2" creationId="{626C1954-A803-90AB-D0F0-064E32244541}"/>
          </ac:spMkLst>
        </pc:spChg>
        <pc:spChg chg="mod">
          <ac:chgData name="Tumelo Monese" userId="549178b4a6a13b7c" providerId="LiveId" clId="{5B0F878A-1C9B-4BE3-8404-60FF28E92D73}" dt="2025-11-21T13:44:28.763" v="162"/>
          <ac:spMkLst>
            <pc:docMk/>
            <pc:sldMk cId="594818525" sldId="258"/>
            <ac:spMk id="3" creationId="{94E11117-4534-8264-A558-85FC9BA22DA2}"/>
          </ac:spMkLst>
        </pc:spChg>
      </pc:sldChg>
      <pc:sldChg chg="modSp new mod">
        <pc:chgData name="Tumelo Monese" userId="549178b4a6a13b7c" providerId="LiveId" clId="{5B0F878A-1C9B-4BE3-8404-60FF28E92D73}" dt="2025-11-21T14:04:59.115" v="859" actId="20577"/>
        <pc:sldMkLst>
          <pc:docMk/>
          <pc:sldMk cId="4212464993" sldId="258"/>
        </pc:sldMkLst>
        <pc:spChg chg="mod">
          <ac:chgData name="Tumelo Monese" userId="549178b4a6a13b7c" providerId="LiveId" clId="{5B0F878A-1C9B-4BE3-8404-60FF28E92D73}" dt="2025-11-21T14:01:38.284" v="626" actId="20577"/>
          <ac:spMkLst>
            <pc:docMk/>
            <pc:sldMk cId="4212464993" sldId="258"/>
            <ac:spMk id="2" creationId="{B423C896-86DC-1409-74AE-8C8C9EC13C34}"/>
          </ac:spMkLst>
        </pc:spChg>
        <pc:spChg chg="mod">
          <ac:chgData name="Tumelo Monese" userId="549178b4a6a13b7c" providerId="LiveId" clId="{5B0F878A-1C9B-4BE3-8404-60FF28E92D73}" dt="2025-11-21T14:04:59.115" v="859" actId="20577"/>
          <ac:spMkLst>
            <pc:docMk/>
            <pc:sldMk cId="4212464993" sldId="258"/>
            <ac:spMk id="3" creationId="{C2F25415-F745-4086-AFC8-6B4C0C25E9F9}"/>
          </ac:spMkLst>
        </pc:spChg>
      </pc:sldChg>
      <pc:sldChg chg="addSp delSp modSp new mod">
        <pc:chgData name="Tumelo Monese" userId="549178b4a6a13b7c" providerId="LiveId" clId="{5B0F878A-1C9B-4BE3-8404-60FF28E92D73}" dt="2025-11-21T14:24:37.041" v="1234" actId="313"/>
        <pc:sldMkLst>
          <pc:docMk/>
          <pc:sldMk cId="2715734058" sldId="259"/>
        </pc:sldMkLst>
        <pc:spChg chg="mod">
          <ac:chgData name="Tumelo Monese" userId="549178b4a6a13b7c" providerId="LiveId" clId="{5B0F878A-1C9B-4BE3-8404-60FF28E92D73}" dt="2025-11-21T14:05:48.064" v="884" actId="313"/>
          <ac:spMkLst>
            <pc:docMk/>
            <pc:sldMk cId="2715734058" sldId="259"/>
            <ac:spMk id="2" creationId="{29B440D5-29C1-CE72-B55A-F41704D520BB}"/>
          </ac:spMkLst>
        </pc:spChg>
        <pc:spChg chg="del">
          <ac:chgData name="Tumelo Monese" userId="549178b4a6a13b7c" providerId="LiveId" clId="{5B0F878A-1C9B-4BE3-8404-60FF28E92D73}" dt="2025-11-21T14:05:44.444" v="883" actId="34307"/>
          <ac:spMkLst>
            <pc:docMk/>
            <pc:sldMk cId="2715734058" sldId="259"/>
            <ac:spMk id="3" creationId="{151F110C-C408-9A02-85A2-57472D51FB54}"/>
          </ac:spMkLst>
        </pc:spChg>
        <pc:spChg chg="add mod">
          <ac:chgData name="Tumelo Monese" userId="549178b4a6a13b7c" providerId="LiveId" clId="{5B0F878A-1C9B-4BE3-8404-60FF28E92D73}" dt="2025-11-21T14:24:37.041" v="1234" actId="313"/>
          <ac:spMkLst>
            <pc:docMk/>
            <pc:sldMk cId="2715734058" sldId="259"/>
            <ac:spMk id="6" creationId="{C82FB40A-E71A-200D-C63C-997B9F80E00C}"/>
          </ac:spMkLst>
        </pc:spChg>
        <pc:picChg chg="add del mod ord">
          <ac:chgData name="Tumelo Monese" userId="549178b4a6a13b7c" providerId="LiveId" clId="{5B0F878A-1C9B-4BE3-8404-60FF28E92D73}" dt="2025-11-21T14:06:08.455" v="885" actId="478"/>
          <ac:picMkLst>
            <pc:docMk/>
            <pc:sldMk cId="2715734058" sldId="259"/>
            <ac:picMk id="4" creationId="{9F8695F7-3A77-EEB5-DBB9-68BB3AB02F90}"/>
          </ac:picMkLst>
        </pc:picChg>
      </pc:sldChg>
      <pc:sldChg chg="modSp new mod">
        <pc:chgData name="Tumelo Monese" userId="549178b4a6a13b7c" providerId="LiveId" clId="{5B0F878A-1C9B-4BE3-8404-60FF28E92D73}" dt="2025-11-21T14:35:38.442" v="1527" actId="20577"/>
        <pc:sldMkLst>
          <pc:docMk/>
          <pc:sldMk cId="1670657405" sldId="260"/>
        </pc:sldMkLst>
        <pc:spChg chg="mod">
          <ac:chgData name="Tumelo Monese" userId="549178b4a6a13b7c" providerId="LiveId" clId="{5B0F878A-1C9B-4BE3-8404-60FF28E92D73}" dt="2025-11-21T14:34:30.711" v="1408" actId="20577"/>
          <ac:spMkLst>
            <pc:docMk/>
            <pc:sldMk cId="1670657405" sldId="260"/>
            <ac:spMk id="2" creationId="{879CF8B7-328A-35D4-DA2D-DC8230556BF7}"/>
          </ac:spMkLst>
        </pc:spChg>
        <pc:spChg chg="mod">
          <ac:chgData name="Tumelo Monese" userId="549178b4a6a13b7c" providerId="LiveId" clId="{5B0F878A-1C9B-4BE3-8404-60FF28E92D73}" dt="2025-11-21T14:35:38.442" v="1527" actId="20577"/>
          <ac:spMkLst>
            <pc:docMk/>
            <pc:sldMk cId="1670657405" sldId="260"/>
            <ac:spMk id="3" creationId="{DACF06B5-5FD0-BC63-6B3B-D72A5E9CE98E}"/>
          </ac:spMkLst>
        </pc:spChg>
      </pc:sldChg>
      <pc:sldChg chg="modSp new mod">
        <pc:chgData name="Tumelo Monese" userId="549178b4a6a13b7c" providerId="LiveId" clId="{5B0F878A-1C9B-4BE3-8404-60FF28E92D73}" dt="2025-11-21T14:38:04.689" v="1774" actId="20577"/>
        <pc:sldMkLst>
          <pc:docMk/>
          <pc:sldMk cId="2407177737" sldId="261"/>
        </pc:sldMkLst>
        <pc:spChg chg="mod">
          <ac:chgData name="Tumelo Monese" userId="549178b4a6a13b7c" providerId="LiveId" clId="{5B0F878A-1C9B-4BE3-8404-60FF28E92D73}" dt="2025-11-21T14:35:56.323" v="1540" actId="20577"/>
          <ac:spMkLst>
            <pc:docMk/>
            <pc:sldMk cId="2407177737" sldId="261"/>
            <ac:spMk id="2" creationId="{2AC3741C-CABA-8A87-F940-ED2E02D7C66F}"/>
          </ac:spMkLst>
        </pc:spChg>
        <pc:spChg chg="mod">
          <ac:chgData name="Tumelo Monese" userId="549178b4a6a13b7c" providerId="LiveId" clId="{5B0F878A-1C9B-4BE3-8404-60FF28E92D73}" dt="2025-11-21T14:38:04.689" v="1774" actId="20577"/>
          <ac:spMkLst>
            <pc:docMk/>
            <pc:sldMk cId="2407177737" sldId="261"/>
            <ac:spMk id="3" creationId="{F2841F13-9455-2613-CAA8-D1E9CBC8EDC5}"/>
          </ac:spMkLst>
        </pc:spChg>
      </pc:sldChg>
      <pc:sldChg chg="modSp new mod">
        <pc:chgData name="Tumelo Monese" userId="549178b4a6a13b7c" providerId="LiveId" clId="{5B0F878A-1C9B-4BE3-8404-60FF28E92D73}" dt="2025-11-21T14:43:55.282" v="2025" actId="20577"/>
        <pc:sldMkLst>
          <pc:docMk/>
          <pc:sldMk cId="2754514147" sldId="262"/>
        </pc:sldMkLst>
        <pc:spChg chg="mod">
          <ac:chgData name="Tumelo Monese" userId="549178b4a6a13b7c" providerId="LiveId" clId="{5B0F878A-1C9B-4BE3-8404-60FF28E92D73}" dt="2025-11-21T14:41:16.872" v="1794" actId="20577"/>
          <ac:spMkLst>
            <pc:docMk/>
            <pc:sldMk cId="2754514147" sldId="262"/>
            <ac:spMk id="2" creationId="{98BA0F8E-7F14-4B4E-A52A-0F0D21489280}"/>
          </ac:spMkLst>
        </pc:spChg>
        <pc:spChg chg="mod">
          <ac:chgData name="Tumelo Monese" userId="549178b4a6a13b7c" providerId="LiveId" clId="{5B0F878A-1C9B-4BE3-8404-60FF28E92D73}" dt="2025-11-21T14:43:55.282" v="2025" actId="20577"/>
          <ac:spMkLst>
            <pc:docMk/>
            <pc:sldMk cId="2754514147" sldId="262"/>
            <ac:spMk id="3" creationId="{BE7592B1-E86C-6CBB-0BCB-97A49876BA62}"/>
          </ac:spMkLst>
        </pc:spChg>
      </pc:sldChg>
      <pc:sldMasterChg chg="del delSldLayout">
        <pc:chgData name="Tumelo Monese" userId="549178b4a6a13b7c" providerId="LiveId" clId="{5B0F878A-1C9B-4BE3-8404-60FF28E92D73}" dt="2025-11-21T13:36:34.200" v="0" actId="26606"/>
        <pc:sldMasterMkLst>
          <pc:docMk/>
          <pc:sldMasterMk cId="1738029517" sldId="2147483648"/>
        </pc:sldMasterMkLst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3793287074" sldId="2147483649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1271775351" sldId="2147483650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4250606515" sldId="2147483651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4123124974" sldId="2147483652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1669396081" sldId="2147483653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1720426931" sldId="2147483654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2803243628" sldId="2147483655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290420605" sldId="2147483656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1069067190" sldId="2147483657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2890920248" sldId="2147483658"/>
          </pc:sldLayoutMkLst>
        </pc:sldLayoutChg>
        <pc:sldLayoutChg chg="del">
          <pc:chgData name="Tumelo Monese" userId="549178b4a6a13b7c" providerId="LiveId" clId="{5B0F878A-1C9B-4BE3-8404-60FF28E92D73}" dt="2025-11-21T13:36:34.200" v="0" actId="26606"/>
          <pc:sldLayoutMkLst>
            <pc:docMk/>
            <pc:sldMasterMk cId="1738029517" sldId="2147483648"/>
            <pc:sldLayoutMk cId="1736023415" sldId="2147483659"/>
          </pc:sldLayoutMkLst>
        </pc:sldLayoutChg>
      </pc:sldMasterChg>
      <pc:sldMasterChg chg="add del addSldLayout delSldLayout">
        <pc:chgData name="Tumelo Monese" userId="549178b4a6a13b7c" providerId="LiveId" clId="{5B0F878A-1C9B-4BE3-8404-60FF28E92D73}" dt="2025-11-21T13:39:31.489" v="92" actId="26606"/>
        <pc:sldMasterMkLst>
          <pc:docMk/>
          <pc:sldMasterMk cId="2258885762" sldId="2147483686"/>
        </pc:sldMasterMkLst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906036650" sldId="2147483675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3011871565" sldId="2147483676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2277575454" sldId="2147483677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2477580073" sldId="2147483678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1265919044" sldId="2147483679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2253388903" sldId="2147483680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2533080793" sldId="2147483681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1766779623" sldId="2147483682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1332042820" sldId="2147483683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3230931988" sldId="2147483684"/>
          </pc:sldLayoutMkLst>
        </pc:sldLayoutChg>
        <pc:sldLayoutChg chg="add del">
          <pc:chgData name="Tumelo Monese" userId="549178b4a6a13b7c" providerId="LiveId" clId="{5B0F878A-1C9B-4BE3-8404-60FF28E92D73}" dt="2025-11-21T13:39:31.489" v="92" actId="26606"/>
          <pc:sldLayoutMkLst>
            <pc:docMk/>
            <pc:sldMasterMk cId="2258885762" sldId="2147483686"/>
            <pc:sldLayoutMk cId="1688421295" sldId="2147483685"/>
          </pc:sldLayoutMkLst>
        </pc:sldLayoutChg>
      </pc:sldMasterChg>
      <pc:sldMasterChg chg="add del addSldLayout delSldLayout">
        <pc:chgData name="Tumelo Monese" userId="549178b4a6a13b7c" providerId="LiveId" clId="{5B0F878A-1C9B-4BE3-8404-60FF28E92D73}" dt="2025-11-21T13:39:31.430" v="91" actId="26606"/>
        <pc:sldMasterMkLst>
          <pc:docMk/>
          <pc:sldMasterMk cId="1592491383" sldId="2147483713"/>
        </pc:sldMasterMkLst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2264040481" sldId="2147483702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1288440887" sldId="2147483703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1296247658" sldId="2147483704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1311763395" sldId="2147483705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3595843142" sldId="2147483706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3951110395" sldId="2147483707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1384514973" sldId="2147483708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3651992143" sldId="2147483709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1695392082" sldId="2147483710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2659874319" sldId="2147483711"/>
          </pc:sldLayoutMkLst>
        </pc:sldLayoutChg>
        <pc:sldLayoutChg chg="add del">
          <pc:chgData name="Tumelo Monese" userId="549178b4a6a13b7c" providerId="LiveId" clId="{5B0F878A-1C9B-4BE3-8404-60FF28E92D73}" dt="2025-11-21T13:39:31.430" v="91" actId="26606"/>
          <pc:sldLayoutMkLst>
            <pc:docMk/>
            <pc:sldMasterMk cId="1592491383" sldId="2147483713"/>
            <pc:sldLayoutMk cId="3744083124" sldId="2147483712"/>
          </pc:sldLayoutMkLst>
        </pc:sldLayoutChg>
      </pc:sldMasterChg>
      <pc:sldMasterChg chg="add addSldLayout">
        <pc:chgData name="Tumelo Monese" userId="549178b4a6a13b7c" providerId="LiveId" clId="{5B0F878A-1C9B-4BE3-8404-60FF28E92D73}" dt="2025-11-21T13:39:31.489" v="92" actId="26606"/>
        <pc:sldMasterMkLst>
          <pc:docMk/>
          <pc:sldMasterMk cId="3361636169" sldId="2147483778"/>
        </pc:sldMasterMkLst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755601013" sldId="2147483767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759341620" sldId="2147483768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3074958884" sldId="2147483769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1769094266" sldId="2147483770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2420834915" sldId="2147483771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797280366" sldId="2147483772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2119560612" sldId="2147483773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1928415482" sldId="2147483774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1728359509" sldId="2147483775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3630195249" sldId="2147483776"/>
          </pc:sldLayoutMkLst>
        </pc:sldLayoutChg>
        <pc:sldLayoutChg chg="add">
          <pc:chgData name="Tumelo Monese" userId="549178b4a6a13b7c" providerId="LiveId" clId="{5B0F878A-1C9B-4BE3-8404-60FF28E92D73}" dt="2025-11-21T13:39:31.489" v="92" actId="26606"/>
          <pc:sldLayoutMkLst>
            <pc:docMk/>
            <pc:sldMasterMk cId="3361636169" sldId="2147483778"/>
            <pc:sldLayoutMk cId="1479082723" sldId="2147483777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259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494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283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06405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9994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22633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0871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745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1444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2063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9403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898030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5357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24650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00604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2460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0429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85584D-7D79-4248-9986-4CA35242F944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9590046-DA73-4BBF-84B5-C08E6F75191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958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8" r:id="rId1"/>
    <p:sldLayoutId id="2147483799" r:id="rId2"/>
    <p:sldLayoutId id="2147483800" r:id="rId3"/>
    <p:sldLayoutId id="2147483801" r:id="rId4"/>
    <p:sldLayoutId id="2147483802" r:id="rId5"/>
    <p:sldLayoutId id="2147483803" r:id="rId6"/>
    <p:sldLayoutId id="2147483804" r:id="rId7"/>
    <p:sldLayoutId id="2147483805" r:id="rId8"/>
    <p:sldLayoutId id="2147483806" r:id="rId9"/>
    <p:sldLayoutId id="2147483807" r:id="rId10"/>
    <p:sldLayoutId id="2147483808" r:id="rId11"/>
    <p:sldLayoutId id="2147483809" r:id="rId12"/>
    <p:sldLayoutId id="2147483810" r:id="rId13"/>
    <p:sldLayoutId id="2147483811" r:id="rId14"/>
    <p:sldLayoutId id="2147483812" r:id="rId15"/>
    <p:sldLayoutId id="2147483813" r:id="rId16"/>
    <p:sldLayoutId id="2147483814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17B273-C99D-BAF2-ED25-2BCAA251CAA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ZA" dirty="0"/>
              <a:t>Contract Monthly claims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4DC1FDE-E2D7-4EF6-E887-6930155CEA1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632200"/>
            <a:ext cx="9448800" cy="1480573"/>
          </a:xfrm>
        </p:spPr>
        <p:txBody>
          <a:bodyPr>
            <a:normAutofit/>
          </a:bodyPr>
          <a:lstStyle/>
          <a:p>
            <a:r>
              <a:rPr kumimoji="0" lang="en-ZA" sz="2500" b="0" i="0" u="none" strike="noStrike" kern="1200" cap="all" spc="39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embo"/>
                <a:ea typeface="+mj-ea"/>
                <a:cs typeface="+mj-cs"/>
              </a:rPr>
              <a:t>ST10448312</a:t>
            </a:r>
            <a:br>
              <a:rPr kumimoji="0" lang="en-ZA" sz="2500" b="0" i="0" u="none" strike="noStrike" kern="1200" cap="all" spc="39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embo"/>
                <a:ea typeface="+mj-ea"/>
                <a:cs typeface="+mj-cs"/>
              </a:rPr>
            </a:br>
            <a:r>
              <a:rPr kumimoji="0" lang="en-ZA" sz="2500" b="0" i="0" u="none" strike="noStrike" kern="1200" cap="all" spc="39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embo"/>
                <a:ea typeface="+mj-ea"/>
                <a:cs typeface="+mj-cs"/>
              </a:rPr>
              <a:t>Tumelo Monese</a:t>
            </a:r>
            <a:br>
              <a:rPr kumimoji="0" lang="en-ZA" sz="2500" b="0" i="0" u="none" strike="noStrike" kern="1200" cap="all" spc="39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embo"/>
                <a:ea typeface="+mj-ea"/>
                <a:cs typeface="+mj-cs"/>
              </a:rPr>
            </a:br>
            <a:r>
              <a:rPr kumimoji="0" lang="en-ZA" sz="2500" b="0" i="0" u="none" strike="noStrike" kern="1200" cap="all" spc="39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Bembo"/>
                <a:ea typeface="+mj-ea"/>
                <a:cs typeface="+mj-cs"/>
              </a:rPr>
              <a:t>PROG 6212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6294415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35E97-1E1E-8295-81B8-92797D91B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92DEF-5843-D194-2BF1-A26003622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 The Contract Monthly claims System is created to help simplify the process of claims being made by contractors and being approved by managers</a:t>
            </a:r>
          </a:p>
          <a:p>
            <a:r>
              <a:rPr lang="en-ZA" dirty="0"/>
              <a:t>It helps automate submissions, validations, and approval of claims made</a:t>
            </a:r>
          </a:p>
          <a:p>
            <a:r>
              <a:rPr lang="en-ZA" dirty="0"/>
              <a:t>Accuracy, transparency, and automation are focused on</a:t>
            </a:r>
          </a:p>
          <a:p>
            <a:endParaRPr lang="en-ZA" dirty="0"/>
          </a:p>
          <a:p>
            <a:pPr marL="0" indent="0">
              <a:buNone/>
            </a:pP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1009946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23C896-86DC-1409-74AE-8C8C9EC13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F25415-F745-4086-AFC8-6B4C0C25E9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Integrating the automation feature into the pre existing monthly claim system</a:t>
            </a:r>
          </a:p>
          <a:p>
            <a:r>
              <a:rPr lang="en-ZA" dirty="0"/>
              <a:t>Implementing the document upload feature</a:t>
            </a:r>
          </a:p>
          <a:p>
            <a:r>
              <a:rPr lang="en-ZA" dirty="0"/>
              <a:t>Ensuring communication and tracking of a claim and its current status</a:t>
            </a:r>
          </a:p>
        </p:txBody>
      </p:sp>
    </p:spTree>
    <p:extLst>
      <p:ext uri="{BB962C8B-B14F-4D97-AF65-F5344CB8AC3E}">
        <p14:creationId xmlns:p14="http://schemas.microsoft.com/office/powerpoint/2010/main" val="42124649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440D5-29C1-CE72-B55A-F41704D52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Challenges addressed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82FB40A-E71A-200D-C63C-997B9F80E0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Manually submitting claims would cause time delays and allow room for human error when submitting or when claiming</a:t>
            </a:r>
          </a:p>
          <a:p>
            <a:r>
              <a:rPr lang="en-ZA" dirty="0"/>
              <a:t>Focused on the shortage/lack of a claims platform for all stakeholders</a:t>
            </a:r>
          </a:p>
          <a:p>
            <a:r>
              <a:rPr lang="en-ZA" dirty="0"/>
              <a:t>High workload caused by repeating tasks</a:t>
            </a:r>
          </a:p>
          <a:p>
            <a:r>
              <a:rPr lang="en-ZA" dirty="0"/>
              <a:t>Transparency of the status of the claim</a:t>
            </a:r>
          </a:p>
          <a:p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715734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9CF8B7-328A-35D4-DA2D-DC8230556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CF06B5-5FD0-BC63-6B3B-D72A5E9CE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Automated validation of claims made using </a:t>
            </a:r>
            <a:r>
              <a:rPr lang="en-ZA" dirty="0" err="1"/>
              <a:t>FluentValidation</a:t>
            </a:r>
            <a:endParaRPr lang="en-ZA" dirty="0"/>
          </a:p>
          <a:p>
            <a:r>
              <a:rPr lang="en-ZA" dirty="0"/>
              <a:t>Status tracking in real time </a:t>
            </a:r>
          </a:p>
          <a:p>
            <a:r>
              <a:rPr lang="en-ZA" dirty="0"/>
              <a:t>Different dashboards for different roles(lecturer, coordinator, manager)</a:t>
            </a:r>
          </a:p>
          <a:p>
            <a:r>
              <a:rPr lang="en-ZA" dirty="0"/>
              <a:t>Online webapp with document upload features</a:t>
            </a:r>
          </a:p>
          <a:p>
            <a:r>
              <a:rPr lang="en-ZA" dirty="0"/>
              <a:t>Automated calculations and tracking</a:t>
            </a:r>
          </a:p>
        </p:txBody>
      </p:sp>
    </p:spTree>
    <p:extLst>
      <p:ext uri="{BB962C8B-B14F-4D97-AF65-F5344CB8AC3E}">
        <p14:creationId xmlns:p14="http://schemas.microsoft.com/office/powerpoint/2010/main" val="16706574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3741C-CABA-8A87-F940-ED2E02D7C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F13-9455-2613-CAA8-D1E9CBC8ED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UI, business logic, and data are separated using the MVC framework</a:t>
            </a:r>
          </a:p>
          <a:p>
            <a:r>
              <a:rPr lang="en-ZA" dirty="0"/>
              <a:t>Data is represented in the Models</a:t>
            </a:r>
          </a:p>
          <a:p>
            <a:r>
              <a:rPr lang="en-ZA" dirty="0"/>
              <a:t>UI interfaces are represented I the Views</a:t>
            </a:r>
          </a:p>
          <a:p>
            <a:r>
              <a:rPr lang="en-ZA" dirty="0"/>
              <a:t>Business logic, validation and user requests are represented In the Controllers</a:t>
            </a:r>
          </a:p>
        </p:txBody>
      </p:sp>
    </p:spTree>
    <p:extLst>
      <p:ext uri="{BB962C8B-B14F-4D97-AF65-F5344CB8AC3E}">
        <p14:creationId xmlns:p14="http://schemas.microsoft.com/office/powerpoint/2010/main" val="2407177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A0F8E-7F14-4B4E-A52A-0F0D21489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ZA" dirty="0"/>
              <a:t>User interface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7592B1-E86C-6CBB-0BCB-97A49876B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ZA" dirty="0"/>
              <a:t>Submissions are in a form format with validation and clear fields to input</a:t>
            </a:r>
          </a:p>
          <a:p>
            <a:r>
              <a:rPr lang="en-ZA" dirty="0"/>
              <a:t>Dashboard shows claims( previous and current)</a:t>
            </a:r>
          </a:p>
          <a:p>
            <a:r>
              <a:rPr lang="en-ZA" dirty="0"/>
              <a:t>Design is responsive to different devices</a:t>
            </a:r>
          </a:p>
          <a:p>
            <a:r>
              <a:rPr lang="en-ZA" dirty="0"/>
              <a:t>There are visual signs to show the status of </a:t>
            </a:r>
            <a:r>
              <a:rPr lang="en-ZA"/>
              <a:t>a claim</a:t>
            </a:r>
            <a:endParaRPr lang="en-ZA" dirty="0"/>
          </a:p>
        </p:txBody>
      </p:sp>
    </p:spTree>
    <p:extLst>
      <p:ext uri="{BB962C8B-B14F-4D97-AF65-F5344CB8AC3E}">
        <p14:creationId xmlns:p14="http://schemas.microsoft.com/office/powerpoint/2010/main" val="2754514147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81</TotalTime>
  <Words>245</Words>
  <Application>Microsoft Office PowerPoint</Application>
  <PresentationFormat>Widescreen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Bembo</vt:lpstr>
      <vt:lpstr>Century Gothic</vt:lpstr>
      <vt:lpstr>Vapor Trail</vt:lpstr>
      <vt:lpstr>Contract Monthly claims system</vt:lpstr>
      <vt:lpstr>Introduction</vt:lpstr>
      <vt:lpstr>challenges</vt:lpstr>
      <vt:lpstr>Challenges addressed</vt:lpstr>
      <vt:lpstr>Features</vt:lpstr>
      <vt:lpstr>architecture</vt:lpstr>
      <vt:lpstr>User interface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Tumelo Monese</dc:creator>
  <cp:lastModifiedBy>Tumelo Monese</cp:lastModifiedBy>
  <cp:revision>1</cp:revision>
  <dcterms:created xsi:type="dcterms:W3CDTF">2025-11-21T13:22:44Z</dcterms:created>
  <dcterms:modified xsi:type="dcterms:W3CDTF">2025-11-21T14:44:01Z</dcterms:modified>
</cp:coreProperties>
</file>